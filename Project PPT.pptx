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lvl1pPr>
    <a:lvl2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lvl2pPr>
    <a:lvl3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lvl3pPr>
    <a:lvl4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lvl4pPr>
    <a:lvl5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lvl5pPr>
    <a:lvl6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lvl6pPr>
    <a:lvl7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lvl7pPr>
    <a:lvl8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lvl8pPr>
    <a:lvl9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4C3C2611-4C71-4FC5-86AE-919BDF0F9419}" styleName="">
    <a:wholeTbl>
      <a:tcTxStyle>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D6E0"/>
          </a:solidFill>
        </a:fill>
      </a:tcStyle>
    </a:wholeTbl>
    <a:band2H>
      <a:tcTxStyle/>
      <a:tcStyle>
        <a:tcBdr/>
        <a:fill>
          <a:solidFill>
            <a:srgbClr val="EBECF0"/>
          </a:solidFill>
        </a:fill>
      </a:tcStyle>
    </a:band2H>
    <a:firstCol>
      <a:tcTxStyle b="on">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notesMaster" Target="notesMasters/notesMaster1.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3" name="Shape 133"/>
          <p:cNvSpPr/>
          <p:nvPr>
            <p:ph type="sldImg"/>
          </p:nvPr>
        </p:nvSpPr>
        <p:spPr>
          <a:xfrm>
            <a:off x="1143000" y="685800"/>
            <a:ext cx="4572000" cy="3429000"/>
          </a:xfrm>
          <a:prstGeom prst="rect">
            <a:avLst/>
          </a:prstGeom>
        </p:spPr>
        <p:txBody>
          <a:bodyPr/>
          <a:lstStyle/>
          <a:p/>
        </p:txBody>
      </p:sp>
      <p:sp>
        <p:nvSpPr>
          <p:cNvPr id="134" name="Shape 134"/>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panose="020B0604020202020204"/>
      </a:defRPr>
    </a:lvl1pPr>
    <a:lvl2pPr indent="228600" latinLnBrk="0">
      <a:defRPr sz="1400">
        <a:latin typeface="+mj-lt"/>
        <a:ea typeface="+mj-ea"/>
        <a:cs typeface="+mj-cs"/>
        <a:sym typeface="Arial" panose="020B0604020202020204"/>
      </a:defRPr>
    </a:lvl2pPr>
    <a:lvl3pPr indent="457200" latinLnBrk="0">
      <a:defRPr sz="1400">
        <a:latin typeface="+mj-lt"/>
        <a:ea typeface="+mj-ea"/>
        <a:cs typeface="+mj-cs"/>
        <a:sym typeface="Arial" panose="020B0604020202020204"/>
      </a:defRPr>
    </a:lvl3pPr>
    <a:lvl4pPr indent="685800" latinLnBrk="0">
      <a:defRPr sz="1400">
        <a:latin typeface="+mj-lt"/>
        <a:ea typeface="+mj-ea"/>
        <a:cs typeface="+mj-cs"/>
        <a:sym typeface="Arial" panose="020B0604020202020204"/>
      </a:defRPr>
    </a:lvl4pPr>
    <a:lvl5pPr indent="914400" latinLnBrk="0">
      <a:defRPr sz="1400">
        <a:latin typeface="+mj-lt"/>
        <a:ea typeface="+mj-ea"/>
        <a:cs typeface="+mj-cs"/>
        <a:sym typeface="Arial" panose="020B0604020202020204"/>
      </a:defRPr>
    </a:lvl5pPr>
    <a:lvl6pPr indent="1143000" latinLnBrk="0">
      <a:defRPr sz="1400">
        <a:latin typeface="+mj-lt"/>
        <a:ea typeface="+mj-ea"/>
        <a:cs typeface="+mj-cs"/>
        <a:sym typeface="Arial" panose="020B0604020202020204"/>
      </a:defRPr>
    </a:lvl6pPr>
    <a:lvl7pPr indent="1371600" latinLnBrk="0">
      <a:defRPr sz="1400">
        <a:latin typeface="+mj-lt"/>
        <a:ea typeface="+mj-ea"/>
        <a:cs typeface="+mj-cs"/>
        <a:sym typeface="Arial" panose="020B0604020202020204"/>
      </a:defRPr>
    </a:lvl7pPr>
    <a:lvl8pPr indent="1600200" latinLnBrk="0">
      <a:defRPr sz="1400">
        <a:latin typeface="+mj-lt"/>
        <a:ea typeface="+mj-ea"/>
        <a:cs typeface="+mj-cs"/>
        <a:sym typeface="Arial" panose="020B0604020202020204"/>
      </a:defRPr>
    </a:lvl8pPr>
    <a:lvl9pPr indent="1828800" latinLnBrk="0">
      <a:defRPr sz="1400">
        <a:latin typeface="+mj-lt"/>
        <a:ea typeface="+mj-ea"/>
        <a:cs typeface="+mj-cs"/>
        <a:sym typeface="Arial" panose="020B0604020202020204"/>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WO_OBJECTS">
    <p:spTree>
      <p:nvGrpSpPr>
        <p:cNvPr id="1" name=""/>
        <p:cNvGrpSpPr/>
        <p:nvPr/>
      </p:nvGrpSpPr>
      <p:grpSpPr>
        <a:xfrm>
          <a:off x="0" y="0"/>
          <a:ext cx="0" cy="0"/>
          <a:chOff x="0" y="0"/>
          <a:chExt cx="0" cy="0"/>
        </a:xfrm>
      </p:grpSpPr>
      <p:sp>
        <p:nvSpPr>
          <p:cNvPr id="14" name="Title Text"/>
          <p:cNvSpPr txBox="1"/>
          <p:nvPr>
            <p:ph type="title" hasCustomPrompt="1"/>
          </p:nvPr>
        </p:nvSpPr>
        <p:spPr>
          <a:xfrm>
            <a:off x="457200" y="171450"/>
            <a:ext cx="8229600" cy="685800"/>
          </a:xfrm>
          <a:prstGeom prst="rect">
            <a:avLst/>
          </a:prstGeom>
        </p:spPr>
        <p:txBody>
          <a:bodyPr/>
          <a:lstStyle/>
          <a:p>
            <a:r>
              <a:t>Title Text</a:t>
            </a:r>
          </a:p>
        </p:txBody>
      </p:sp>
      <p:sp>
        <p:nvSpPr>
          <p:cNvPr id="15" name="Slide Number"/>
          <p:cNvSpPr txBox="1"/>
          <p:nvPr>
            <p:ph type="sldNum" sz="quarter" idx="2"/>
          </p:nvPr>
        </p:nvSpPr>
        <p:spPr>
          <a:prstGeom prst="rect">
            <a:avLst/>
          </a:prstGeom>
        </p:spPr>
        <p:txBody>
          <a:bodyPr/>
          <a:lstStyle/>
          <a:p>
            <a:fld id="{86CB4B4D-7CA3-9044-876B-883B54F8677D}" type="slidenum">
              <a:rPr/>
            </a:fld>
            <a:endParaRPr/>
          </a:p>
        </p:txBody>
      </p:sp>
      <p:sp>
        <p:nvSpPr>
          <p:cNvPr id="16" name="Body Level One…"/>
          <p:cNvSpPr txBox="1"/>
          <p:nvPr>
            <p:ph type="body" sz="half" idx="1" hasCustomPrompt="1"/>
          </p:nvPr>
        </p:nvSpPr>
        <p:spPr>
          <a:xfrm>
            <a:off x="457200" y="914400"/>
            <a:ext cx="4041648" cy="3703321"/>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7" name="Google Shape;24;p14"/>
          <p:cNvSpPr txBox="1"/>
          <p:nvPr>
            <p:ph type="body" sz="half" idx="21"/>
          </p:nvPr>
        </p:nvSpPr>
        <p:spPr>
          <a:xfrm>
            <a:off x="4632197" y="912113"/>
            <a:ext cx="4041649" cy="3703322"/>
          </a:xfrm>
          <a:prstGeom prst="rect">
            <a:avLst/>
          </a:prstGeom>
        </p:spPr>
        <p:txBody>
          <a:bodyPr/>
          <a:lstStyle/>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OBJECT">
    <p:spTree>
      <p:nvGrpSpPr>
        <p:cNvPr id="1" name=""/>
        <p:cNvGrpSpPr/>
        <p:nvPr/>
      </p:nvGrpSpPr>
      <p:grpSpPr>
        <a:xfrm>
          <a:off x="0" y="0"/>
          <a:ext cx="0" cy="0"/>
          <a:chOff x="0" y="0"/>
          <a:chExt cx="0" cy="0"/>
        </a:xfrm>
      </p:grpSpPr>
      <p:sp>
        <p:nvSpPr>
          <p:cNvPr id="24" name="Title Text"/>
          <p:cNvSpPr txBox="1"/>
          <p:nvPr>
            <p:ph type="title" hasCustomPrompt="1"/>
          </p:nvPr>
        </p:nvSpPr>
        <p:spPr>
          <a:prstGeom prst="rect">
            <a:avLst/>
          </a:prstGeom>
        </p:spPr>
        <p:txBody>
          <a:bodyPr/>
          <a:lstStyle/>
          <a:p>
            <a:r>
              <a:t>Title Text</a:t>
            </a:r>
          </a:p>
        </p:txBody>
      </p:sp>
      <p:sp>
        <p:nvSpPr>
          <p:cNvPr id="25" name="Slide Number"/>
          <p:cNvSpPr txBox="1"/>
          <p:nvPr>
            <p:ph type="sldNum" sz="quarter" idx="2"/>
          </p:nvPr>
        </p:nvSpPr>
        <p:spPr>
          <a:prstGeom prst="rect">
            <a:avLst/>
          </a:prstGeom>
        </p:spPr>
        <p:txBody>
          <a:bodyPr/>
          <a:lstStyle/>
          <a:p>
            <a:fld id="{86CB4B4D-7CA3-9044-876B-883B54F8677D}" type="slidenum">
              <a:rPr/>
            </a:fld>
            <a:endParaRPr/>
          </a:p>
        </p:txBody>
      </p:sp>
      <p:sp>
        <p:nvSpPr>
          <p:cNvPr id="26" name="Body Level One…"/>
          <p:cNvSpPr txBox="1"/>
          <p:nvPr>
            <p:ph type="body" idx="1" hasCustomPrompt="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_ONLY">
    <p:spTree>
      <p:nvGrpSpPr>
        <p:cNvPr id="1" name=""/>
        <p:cNvGrpSpPr/>
        <p:nvPr/>
      </p:nvGrpSpPr>
      <p:grpSpPr>
        <a:xfrm>
          <a:off x="0" y="0"/>
          <a:ext cx="0" cy="0"/>
          <a:chOff x="0" y="0"/>
          <a:chExt cx="0" cy="0"/>
        </a:xfrm>
      </p:grpSpPr>
      <p:sp>
        <p:nvSpPr>
          <p:cNvPr id="33" name="Title Text"/>
          <p:cNvSpPr txBox="1"/>
          <p:nvPr>
            <p:ph type="title" hasCustomPrompt="1"/>
          </p:nvPr>
        </p:nvSpPr>
        <p:spPr>
          <a:xfrm>
            <a:off x="457200" y="171450"/>
            <a:ext cx="8229600" cy="685800"/>
          </a:xfrm>
          <a:prstGeom prst="rect">
            <a:avLst/>
          </a:prstGeom>
        </p:spPr>
        <p:txBody>
          <a:bodyPr/>
          <a:lstStyle/>
          <a:p>
            <a:r>
              <a:t>Title Text</a:t>
            </a:r>
          </a:p>
        </p:txBody>
      </p:sp>
      <p:sp>
        <p:nvSpPr>
          <p:cNvPr id="34" name="Slide Number"/>
          <p:cNvSpPr txBox="1"/>
          <p:nvPr>
            <p:ph type="sldNum" sz="quarter" idx="2"/>
          </p:nvPr>
        </p:nvSpPr>
        <p:spPr>
          <a:prstGeom prst="rect">
            <a:avLst/>
          </a:prstGeom>
        </p:spPr>
        <p:txBody>
          <a:bodyPr/>
          <a:lstStyle/>
          <a:p>
            <a:fld id="{86CB4B4D-7CA3-9044-876B-883B54F8677D}" type="slidenum">
              <a:rPr/>
            </a:fld>
            <a:endParaRPr/>
          </a:p>
        </p:txBody>
      </p:sp>
      <p:sp>
        <p:nvSpPr>
          <p:cNvPr id="35" name="Google Shape;36;p16"/>
          <p:cNvSpPr/>
          <p:nvPr/>
        </p:nvSpPr>
        <p:spPr>
          <a:xfrm rot="5400000">
            <a:off x="442957" y="4835566"/>
            <a:ext cx="143138" cy="120315"/>
          </a:xfrm>
          <a:prstGeom prst="triangle">
            <a:avLst/>
          </a:prstGeom>
          <a:solidFill>
            <a:schemeClr val="accent2"/>
          </a:solidFill>
          <a:ln w="12700">
            <a:miter lim="400000"/>
          </a:ln>
        </p:spPr>
        <p:txBody>
          <a:bodyPr lIns="45719" rIns="45719" anchor="ctr"/>
          <a:lstStyle/>
          <a:p>
            <a:pPr algn="ctr">
              <a:defRPr sz="1800">
                <a:solidFill>
                  <a:srgbClr val="FFFFFF"/>
                </a:solidFill>
                <a:latin typeface="Gill Sans"/>
                <a:ea typeface="Gill Sans"/>
                <a:cs typeface="Gill Sans"/>
                <a:sym typeface="Gill Sans"/>
              </a:defRPr>
            </a:p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p:spTree>
      <p:nvGrpSpPr>
        <p:cNvPr id="1" name=""/>
        <p:cNvGrpSpPr/>
        <p:nvPr/>
      </p:nvGrpSpPr>
      <p:grpSpPr>
        <a:xfrm>
          <a:off x="0" y="0"/>
          <a:ext cx="0" cy="0"/>
          <a:chOff x="0" y="0"/>
          <a:chExt cx="0" cy="0"/>
        </a:xfrm>
      </p:grpSpPr>
      <p:sp>
        <p:nvSpPr>
          <p:cNvPr id="42" name="Title Text"/>
          <p:cNvSpPr txBox="1"/>
          <p:nvPr>
            <p:ph type="title" hasCustomPrompt="1"/>
          </p:nvPr>
        </p:nvSpPr>
        <p:spPr>
          <a:xfrm>
            <a:off x="1219200" y="2914650"/>
            <a:ext cx="6858000" cy="742950"/>
          </a:xfrm>
          <a:prstGeom prst="rect">
            <a:avLst/>
          </a:prstGeom>
        </p:spPr>
        <p:txBody>
          <a:bodyPr anchor="t"/>
          <a:lstStyle>
            <a:lvl1pPr algn="r">
              <a:defRPr>
                <a:solidFill>
                  <a:srgbClr val="000000"/>
                </a:solidFill>
              </a:defRPr>
            </a:lvl1pPr>
          </a:lstStyle>
          <a:p>
            <a:r>
              <a:t>Title Text</a:t>
            </a:r>
          </a:p>
        </p:txBody>
      </p:sp>
      <p:sp>
        <p:nvSpPr>
          <p:cNvPr id="43" name="Body Level One…"/>
          <p:cNvSpPr txBox="1"/>
          <p:nvPr>
            <p:ph type="body" sz="quarter" idx="1" hasCustomPrompt="1"/>
          </p:nvPr>
        </p:nvSpPr>
        <p:spPr>
          <a:xfrm>
            <a:off x="1219200" y="3843337"/>
            <a:ext cx="6858000" cy="400051"/>
          </a:xfrm>
          <a:prstGeom prst="rect">
            <a:avLst/>
          </a:prstGeom>
        </p:spPr>
        <p:txBody>
          <a:bodyPr/>
          <a:lstStyle>
            <a:lvl1pPr marL="354330" indent="-250825" algn="r">
              <a:buClrTx/>
              <a:buSzTx/>
              <a:buFontTx/>
              <a:buNone/>
              <a:defRPr sz="2000">
                <a:solidFill>
                  <a:srgbClr val="464653"/>
                </a:solidFill>
                <a:latin typeface="Bookman Old Style" panose="02050604050505020204"/>
                <a:ea typeface="Bookman Old Style" panose="02050604050505020204"/>
                <a:cs typeface="Bookman Old Style" panose="02050604050505020204"/>
                <a:sym typeface="Bookman Old Style" panose="02050604050505020204"/>
              </a:defRPr>
            </a:lvl1pPr>
            <a:lvl2pPr marL="354330" indent="220980" algn="r">
              <a:buClrTx/>
              <a:buSzTx/>
              <a:buFontTx/>
              <a:buNone/>
              <a:defRPr sz="2000">
                <a:solidFill>
                  <a:srgbClr val="464653"/>
                </a:solidFill>
                <a:latin typeface="Bookman Old Style" panose="02050604050505020204"/>
                <a:ea typeface="Bookman Old Style" panose="02050604050505020204"/>
                <a:cs typeface="Bookman Old Style" panose="02050604050505020204"/>
                <a:sym typeface="Bookman Old Style" panose="02050604050505020204"/>
              </a:defRPr>
            </a:lvl2pPr>
            <a:lvl3pPr marL="354330" indent="692150" algn="r">
              <a:buClrTx/>
              <a:buSzTx/>
              <a:buFontTx/>
              <a:buNone/>
              <a:defRPr sz="2000">
                <a:solidFill>
                  <a:srgbClr val="464653"/>
                </a:solidFill>
                <a:latin typeface="Bookman Old Style" panose="02050604050505020204"/>
                <a:ea typeface="Bookman Old Style" panose="02050604050505020204"/>
                <a:cs typeface="Bookman Old Style" panose="02050604050505020204"/>
                <a:sym typeface="Bookman Old Style" panose="02050604050505020204"/>
              </a:defRPr>
            </a:lvl3pPr>
            <a:lvl4pPr marL="354330" indent="1165860" algn="r">
              <a:buClrTx/>
              <a:buSzTx/>
              <a:buFontTx/>
              <a:buNone/>
              <a:defRPr sz="2000">
                <a:solidFill>
                  <a:srgbClr val="464653"/>
                </a:solidFill>
                <a:latin typeface="Bookman Old Style" panose="02050604050505020204"/>
                <a:ea typeface="Bookman Old Style" panose="02050604050505020204"/>
                <a:cs typeface="Bookman Old Style" panose="02050604050505020204"/>
                <a:sym typeface="Bookman Old Style" panose="02050604050505020204"/>
              </a:defRPr>
            </a:lvl4pPr>
            <a:lvl5pPr marL="354330" indent="1631950" algn="r">
              <a:buClrTx/>
              <a:buSzTx/>
              <a:buFontTx/>
              <a:buNone/>
              <a:defRPr sz="2000">
                <a:solidFill>
                  <a:srgbClr val="464653"/>
                </a:solidFill>
                <a:latin typeface="Bookman Old Style" panose="02050604050505020204"/>
                <a:ea typeface="Bookman Old Style" panose="02050604050505020204"/>
                <a:cs typeface="Bookman Old Style" panose="02050604050505020204"/>
                <a:sym typeface="Bookman Old Style" panose="02050604050505020204"/>
              </a:defRPr>
            </a:lvl5pPr>
          </a:lstStyle>
          <a:p>
            <a:r>
              <a:t>Body Level One</a:t>
            </a:r>
          </a:p>
          <a:p>
            <a:pPr lvl="1"/>
            <a:r>
              <a:t>Body Level Two</a:t>
            </a:r>
          </a:p>
          <a:p>
            <a:pPr lvl="2"/>
            <a:r>
              <a:t>Body Level Three</a:t>
            </a:r>
          </a:p>
          <a:p>
            <a:pPr lvl="3"/>
            <a:r>
              <a:t>Body Level Four</a:t>
            </a:r>
          </a:p>
          <a:p>
            <a:pPr lvl="4"/>
            <a:r>
              <a:t>Body Level Five</a:t>
            </a:r>
          </a:p>
        </p:txBody>
      </p:sp>
      <p:sp>
        <p:nvSpPr>
          <p:cNvPr id="44" name="Slide Number"/>
          <p:cNvSpPr txBox="1"/>
          <p:nvPr>
            <p:ph type="sldNum" sz="quarter" idx="2"/>
          </p:nvPr>
        </p:nvSpPr>
        <p:spPr>
          <a:xfrm>
            <a:off x="1216152" y="4766309"/>
            <a:ext cx="281901" cy="294601"/>
          </a:xfrm>
          <a:prstGeom prst="rect">
            <a:avLst/>
          </a:prstGeom>
        </p:spPr>
        <p:txBody>
          <a:bodyPr/>
          <a:lstStyle/>
          <a:p>
            <a:fld id="{86CB4B4D-7CA3-9044-876B-883B54F8677D}" type="slidenum">
              <a:rPr/>
            </a:fld>
            <a:endParaRPr/>
          </a:p>
        </p:txBody>
      </p:sp>
      <p:sp>
        <p:nvSpPr>
          <p:cNvPr id="45" name="Google Shape;43;p17"/>
          <p:cNvSpPr/>
          <p:nvPr/>
        </p:nvSpPr>
        <p:spPr>
          <a:xfrm>
            <a:off x="904875" y="2736056"/>
            <a:ext cx="7315200" cy="960121"/>
          </a:xfrm>
          <a:prstGeom prst="rect">
            <a:avLst/>
          </a:prstGeom>
          <a:ln cap="rnd">
            <a:solidFill>
              <a:schemeClr val="accent1"/>
            </a:solidFill>
          </a:ln>
        </p:spPr>
        <p:txBody>
          <a:bodyPr lIns="45719" rIns="45719" anchor="ctr"/>
          <a:lstStyle/>
          <a:p>
            <a:pPr algn="ctr">
              <a:defRPr sz="1800">
                <a:solidFill>
                  <a:srgbClr val="FFFFFF"/>
                </a:solidFill>
                <a:latin typeface="Gill Sans"/>
                <a:ea typeface="Gill Sans"/>
                <a:cs typeface="Gill Sans"/>
                <a:sym typeface="Gill Sans"/>
              </a:defRPr>
            </a:pPr>
          </a:p>
        </p:txBody>
      </p:sp>
      <p:sp>
        <p:nvSpPr>
          <p:cNvPr id="46" name="Google Shape;44;p17"/>
          <p:cNvSpPr/>
          <p:nvPr/>
        </p:nvSpPr>
        <p:spPr>
          <a:xfrm>
            <a:off x="914400" y="3786187"/>
            <a:ext cx="7315200" cy="514351"/>
          </a:xfrm>
          <a:prstGeom prst="rect">
            <a:avLst/>
          </a:prstGeom>
          <a:ln cap="rnd">
            <a:solidFill>
              <a:schemeClr val="accent2"/>
            </a:solidFill>
          </a:ln>
        </p:spPr>
        <p:txBody>
          <a:bodyPr lIns="45719" rIns="45719" anchor="ctr"/>
          <a:lstStyle/>
          <a:p>
            <a:pPr algn="ctr">
              <a:defRPr sz="1800">
                <a:solidFill>
                  <a:srgbClr val="FFFFFF"/>
                </a:solidFill>
                <a:latin typeface="Gill Sans"/>
                <a:ea typeface="Gill Sans"/>
                <a:cs typeface="Gill Sans"/>
                <a:sym typeface="Gill Sans"/>
              </a:defRPr>
            </a:pPr>
          </a:p>
        </p:txBody>
      </p:sp>
      <p:sp>
        <p:nvSpPr>
          <p:cNvPr id="47" name="Google Shape;45;p17"/>
          <p:cNvSpPr/>
          <p:nvPr/>
        </p:nvSpPr>
        <p:spPr>
          <a:xfrm>
            <a:off x="904875" y="2736056"/>
            <a:ext cx="228600" cy="960121"/>
          </a:xfrm>
          <a:prstGeom prst="rect">
            <a:avLst/>
          </a:prstGeom>
          <a:solidFill>
            <a:schemeClr val="accent1"/>
          </a:solidFill>
          <a:ln w="12700">
            <a:miter lim="400000"/>
          </a:ln>
        </p:spPr>
        <p:txBody>
          <a:bodyPr lIns="45719" rIns="45719" anchor="ctr"/>
          <a:lstStyle/>
          <a:p>
            <a:pPr algn="ctr">
              <a:defRPr sz="1800">
                <a:solidFill>
                  <a:srgbClr val="FFFFFF"/>
                </a:solidFill>
                <a:latin typeface="Gill Sans"/>
                <a:ea typeface="Gill Sans"/>
                <a:cs typeface="Gill Sans"/>
                <a:sym typeface="Gill Sans"/>
              </a:defRPr>
            </a:pPr>
          </a:p>
        </p:txBody>
      </p:sp>
      <p:sp>
        <p:nvSpPr>
          <p:cNvPr id="48" name="Google Shape;46;p17"/>
          <p:cNvSpPr/>
          <p:nvPr/>
        </p:nvSpPr>
        <p:spPr>
          <a:xfrm>
            <a:off x="914400" y="3786187"/>
            <a:ext cx="228600" cy="514351"/>
          </a:xfrm>
          <a:prstGeom prst="rect">
            <a:avLst/>
          </a:prstGeom>
          <a:solidFill>
            <a:schemeClr val="accent2"/>
          </a:solidFill>
          <a:ln w="12700">
            <a:miter lim="400000"/>
          </a:ln>
        </p:spPr>
        <p:txBody>
          <a:bodyPr lIns="45719" rIns="45719" anchor="ctr"/>
          <a:lstStyle/>
          <a:p>
            <a:pPr algn="ctr">
              <a:defRPr sz="1800">
                <a:solidFill>
                  <a:srgbClr val="FFFFFF"/>
                </a:solidFill>
                <a:latin typeface="Gill Sans"/>
                <a:ea typeface="Gill Sans"/>
                <a:cs typeface="Gill Sans"/>
                <a:sym typeface="Gill Sans"/>
              </a:defRPr>
            </a:p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SECTION_HEADER">
    <p:spTree>
      <p:nvGrpSpPr>
        <p:cNvPr id="1" name=""/>
        <p:cNvGrpSpPr/>
        <p:nvPr/>
      </p:nvGrpSpPr>
      <p:grpSpPr>
        <a:xfrm>
          <a:off x="0" y="0"/>
          <a:ext cx="0" cy="0"/>
          <a:chOff x="0" y="0"/>
          <a:chExt cx="0" cy="0"/>
        </a:xfrm>
      </p:grpSpPr>
      <p:sp>
        <p:nvSpPr>
          <p:cNvPr id="55" name="Title Text"/>
          <p:cNvSpPr txBox="1"/>
          <p:nvPr>
            <p:ph type="title" hasCustomPrompt="1"/>
          </p:nvPr>
        </p:nvSpPr>
        <p:spPr>
          <a:xfrm>
            <a:off x="1219200" y="2228850"/>
            <a:ext cx="6858000" cy="800100"/>
          </a:xfrm>
          <a:prstGeom prst="rect">
            <a:avLst/>
          </a:prstGeom>
        </p:spPr>
        <p:txBody>
          <a:bodyPr anchor="t"/>
          <a:lstStyle>
            <a:lvl1pPr algn="r"/>
          </a:lstStyle>
          <a:p>
            <a:r>
              <a:t>Title Text</a:t>
            </a:r>
          </a:p>
        </p:txBody>
      </p:sp>
      <p:sp>
        <p:nvSpPr>
          <p:cNvPr id="56" name="Body Level One…"/>
          <p:cNvSpPr txBox="1"/>
          <p:nvPr>
            <p:ph type="body" sz="quarter" idx="1" hasCustomPrompt="1"/>
          </p:nvPr>
        </p:nvSpPr>
        <p:spPr>
          <a:xfrm>
            <a:off x="1295400" y="3200400"/>
            <a:ext cx="6781800" cy="857250"/>
          </a:xfrm>
          <a:prstGeom prst="rect">
            <a:avLst/>
          </a:prstGeom>
        </p:spPr>
        <p:txBody>
          <a:bodyPr/>
          <a:lstStyle>
            <a:lvl1pPr marL="228600" indent="0" algn="r">
              <a:buClrTx/>
              <a:buSzTx/>
              <a:buFontTx/>
              <a:buNone/>
              <a:defRPr sz="2000">
                <a:solidFill>
                  <a:srgbClr val="FFFFFF"/>
                </a:solidFill>
              </a:defRPr>
            </a:lvl1pPr>
            <a:lvl2pPr marL="228600" indent="457200" algn="r">
              <a:buClrTx/>
              <a:buSzTx/>
              <a:buFontTx/>
              <a:buNone/>
              <a:defRPr sz="2000">
                <a:solidFill>
                  <a:srgbClr val="FFFFFF"/>
                </a:solidFill>
              </a:defRPr>
            </a:lvl2pPr>
            <a:lvl3pPr marL="228600" indent="914400" algn="r">
              <a:buClrTx/>
              <a:buSzTx/>
              <a:buFontTx/>
              <a:buNone/>
              <a:defRPr sz="2000">
                <a:solidFill>
                  <a:srgbClr val="FFFFFF"/>
                </a:solidFill>
              </a:defRPr>
            </a:lvl3pPr>
            <a:lvl4pPr marL="228600" indent="1371600" algn="r">
              <a:buClrTx/>
              <a:buSzTx/>
              <a:buFontTx/>
              <a:buNone/>
              <a:defRPr sz="2000">
                <a:solidFill>
                  <a:srgbClr val="FFFFFF"/>
                </a:solidFill>
              </a:defRPr>
            </a:lvl4pPr>
            <a:lvl5pPr marL="228600" indent="1828800" algn="r">
              <a:buClrTx/>
              <a:buSzTx/>
              <a:buFontTx/>
              <a:buNone/>
              <a:defRPr sz="20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57" name="Slide Number"/>
          <p:cNvSpPr txBox="1"/>
          <p:nvPr>
            <p:ph type="sldNum" sz="quarter" idx="2"/>
          </p:nvPr>
        </p:nvSpPr>
        <p:spPr>
          <a:xfrm>
            <a:off x="1069847" y="4766309"/>
            <a:ext cx="281901" cy="294601"/>
          </a:xfrm>
          <a:prstGeom prst="rect">
            <a:avLst/>
          </a:prstGeom>
        </p:spPr>
        <p:txBody>
          <a:bodyPr/>
          <a:lstStyle/>
          <a:p>
            <a:fld id="{86CB4B4D-7CA3-9044-876B-883B54F8677D}" type="slidenum">
              <a:rPr/>
            </a:fld>
            <a:endParaRPr/>
          </a:p>
        </p:txBody>
      </p:sp>
      <p:sp>
        <p:nvSpPr>
          <p:cNvPr id="58" name="Google Shape;53;p18"/>
          <p:cNvSpPr/>
          <p:nvPr/>
        </p:nvSpPr>
        <p:spPr>
          <a:xfrm>
            <a:off x="914400" y="2114550"/>
            <a:ext cx="7315200" cy="960120"/>
          </a:xfrm>
          <a:prstGeom prst="rect">
            <a:avLst/>
          </a:prstGeom>
          <a:ln cap="rnd">
            <a:solidFill>
              <a:schemeClr val="accent1"/>
            </a:solidFill>
          </a:ln>
        </p:spPr>
        <p:txBody>
          <a:bodyPr lIns="45719" rIns="45719" anchor="ctr"/>
          <a:lstStyle/>
          <a:p>
            <a:pPr algn="ctr">
              <a:defRPr sz="1800">
                <a:solidFill>
                  <a:srgbClr val="FFFFFF"/>
                </a:solidFill>
                <a:latin typeface="Gill Sans"/>
                <a:ea typeface="Gill Sans"/>
                <a:cs typeface="Gill Sans"/>
                <a:sym typeface="Gill Sans"/>
              </a:defRPr>
            </a:pPr>
          </a:p>
        </p:txBody>
      </p:sp>
      <p:sp>
        <p:nvSpPr>
          <p:cNvPr id="59" name="Google Shape;54;p18"/>
          <p:cNvSpPr/>
          <p:nvPr/>
        </p:nvSpPr>
        <p:spPr>
          <a:xfrm>
            <a:off x="914400" y="2114550"/>
            <a:ext cx="228600" cy="960120"/>
          </a:xfrm>
          <a:prstGeom prst="rect">
            <a:avLst/>
          </a:prstGeom>
          <a:solidFill>
            <a:schemeClr val="accent1"/>
          </a:solidFill>
          <a:ln w="12700">
            <a:miter lim="400000"/>
          </a:ln>
        </p:spPr>
        <p:txBody>
          <a:bodyPr lIns="45719" rIns="45719" anchor="ctr"/>
          <a:lstStyle/>
          <a:p>
            <a:pPr algn="ctr">
              <a:defRPr sz="1800">
                <a:solidFill>
                  <a:srgbClr val="FFFFFF"/>
                </a:solidFill>
                <a:latin typeface="Gill Sans"/>
                <a:ea typeface="Gill Sans"/>
                <a:cs typeface="Gill Sans"/>
                <a:sym typeface="Gill Sans"/>
              </a:defRPr>
            </a:p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WO_OBJECTS_WITH_TEXT">
    <p:spTree>
      <p:nvGrpSpPr>
        <p:cNvPr id="1" name=""/>
        <p:cNvGrpSpPr/>
        <p:nvPr/>
      </p:nvGrpSpPr>
      <p:grpSpPr>
        <a:xfrm>
          <a:off x="0" y="0"/>
          <a:ext cx="0" cy="0"/>
          <a:chOff x="0" y="0"/>
          <a:chExt cx="0" cy="0"/>
        </a:xfrm>
      </p:grpSpPr>
      <p:sp>
        <p:nvSpPr>
          <p:cNvPr id="66" name="Title Text"/>
          <p:cNvSpPr txBox="1"/>
          <p:nvPr>
            <p:ph type="title" hasCustomPrompt="1"/>
          </p:nvPr>
        </p:nvSpPr>
        <p:spPr>
          <a:xfrm>
            <a:off x="457200" y="171450"/>
            <a:ext cx="8229600" cy="685800"/>
          </a:xfrm>
          <a:prstGeom prst="rect">
            <a:avLst/>
          </a:prstGeom>
        </p:spPr>
        <p:txBody>
          <a:bodyPr anchor="ctr"/>
          <a:lstStyle/>
          <a:p>
            <a:r>
              <a:t>Title Text</a:t>
            </a:r>
          </a:p>
        </p:txBody>
      </p:sp>
      <p:sp>
        <p:nvSpPr>
          <p:cNvPr id="67" name="Body Level One…"/>
          <p:cNvSpPr txBox="1"/>
          <p:nvPr>
            <p:ph type="body" sz="quarter" idx="1" hasCustomPrompt="1"/>
          </p:nvPr>
        </p:nvSpPr>
        <p:spPr>
          <a:xfrm>
            <a:off x="457200" y="964405"/>
            <a:ext cx="4040188" cy="514351"/>
          </a:xfrm>
          <a:prstGeom prst="rect">
            <a:avLst/>
          </a:prstGeom>
        </p:spPr>
        <p:txBody>
          <a:bodyPr anchor="b"/>
          <a:lstStyle>
            <a:lvl1pPr marL="228600" indent="0">
              <a:buClrTx/>
              <a:buSzTx/>
              <a:buFontTx/>
              <a:buNone/>
              <a:defRPr sz="2400" b="1">
                <a:solidFill>
                  <a:schemeClr val="accent2"/>
                </a:solidFill>
              </a:defRPr>
            </a:lvl1pPr>
            <a:lvl2pPr marL="228600" indent="457200">
              <a:buClrTx/>
              <a:buSzTx/>
              <a:buFontTx/>
              <a:buNone/>
              <a:defRPr sz="2400" b="1">
                <a:solidFill>
                  <a:schemeClr val="accent2"/>
                </a:solidFill>
              </a:defRPr>
            </a:lvl2pPr>
            <a:lvl3pPr marL="228600" indent="914400">
              <a:buClrTx/>
              <a:buSzTx/>
              <a:buFontTx/>
              <a:buNone/>
              <a:defRPr sz="2400" b="1">
                <a:solidFill>
                  <a:schemeClr val="accent2"/>
                </a:solidFill>
              </a:defRPr>
            </a:lvl3pPr>
            <a:lvl4pPr marL="228600" indent="1371600">
              <a:buClrTx/>
              <a:buSzTx/>
              <a:buFontTx/>
              <a:buNone/>
              <a:defRPr sz="2400" b="1">
                <a:solidFill>
                  <a:schemeClr val="accent2"/>
                </a:solidFill>
              </a:defRPr>
            </a:lvl4pPr>
            <a:lvl5pPr marL="228600" indent="1828800">
              <a:buClrTx/>
              <a:buSzTx/>
              <a:buFontTx/>
              <a:buNone/>
              <a:defRPr sz="2400" b="1">
                <a:solidFill>
                  <a:schemeClr val="accent2"/>
                </a:solidFill>
              </a:defRPr>
            </a:lvl5pPr>
          </a:lstStyle>
          <a:p>
            <a:r>
              <a:t>Body Level One</a:t>
            </a:r>
          </a:p>
          <a:p>
            <a:pPr lvl="1"/>
            <a:r>
              <a:t>Body Level Two</a:t>
            </a:r>
          </a:p>
          <a:p>
            <a:pPr lvl="2"/>
            <a:r>
              <a:t>Body Level Three</a:t>
            </a:r>
          </a:p>
          <a:p>
            <a:pPr lvl="3"/>
            <a:r>
              <a:t>Body Level Four</a:t>
            </a:r>
          </a:p>
          <a:p>
            <a:pPr lvl="4"/>
            <a:r>
              <a:t>Body Level Five</a:t>
            </a:r>
          </a:p>
        </p:txBody>
      </p:sp>
      <p:sp>
        <p:nvSpPr>
          <p:cNvPr id="68" name="Google Shape;58;p19"/>
          <p:cNvSpPr txBox="1"/>
          <p:nvPr>
            <p:ph type="body" sz="quarter" idx="21"/>
          </p:nvPr>
        </p:nvSpPr>
        <p:spPr>
          <a:xfrm>
            <a:off x="4648201" y="971550"/>
            <a:ext cx="4041776" cy="514350"/>
          </a:xfrm>
          <a:prstGeom prst="rect">
            <a:avLst/>
          </a:prstGeom>
        </p:spPr>
        <p:txBody>
          <a:bodyPr anchor="b"/>
          <a:lstStyle/>
          <a:p>
            <a:pPr marL="228600" indent="0">
              <a:buClrTx/>
              <a:buSzTx/>
              <a:buFontTx/>
              <a:buNone/>
              <a:defRPr sz="2400" b="1">
                <a:solidFill>
                  <a:schemeClr val="accent2"/>
                </a:solidFill>
              </a:defRPr>
            </a:pPr>
          </a:p>
        </p:txBody>
      </p:sp>
      <p:sp>
        <p:nvSpPr>
          <p:cNvPr id="69" name="Slide Number"/>
          <p:cNvSpPr txBox="1"/>
          <p:nvPr>
            <p:ph type="sldNum" sz="quarter" idx="2"/>
          </p:nvPr>
        </p:nvSpPr>
        <p:spPr>
          <a:prstGeom prst="rect">
            <a:avLst/>
          </a:prstGeom>
        </p:spPr>
        <p:txBody>
          <a:bodyPr/>
          <a:lstStyle/>
          <a:p>
            <a:fld id="{86CB4B4D-7CA3-9044-876B-883B54F8677D}" type="slidenum">
              <a:rPr/>
            </a:fld>
            <a:endParaRPr/>
          </a:p>
        </p:txBody>
      </p:sp>
      <p:sp>
        <p:nvSpPr>
          <p:cNvPr id="70" name="Google Shape;62;p19"/>
          <p:cNvSpPr txBox="1"/>
          <p:nvPr>
            <p:ph type="body" sz="half" idx="22"/>
          </p:nvPr>
        </p:nvSpPr>
        <p:spPr>
          <a:xfrm>
            <a:off x="457200" y="1600200"/>
            <a:ext cx="4038600" cy="3028950"/>
          </a:xfrm>
          <a:prstGeom prst="rect">
            <a:avLst/>
          </a:prstGeom>
        </p:spPr>
        <p:txBody>
          <a:bodyPr/>
          <a:lstStyle/>
          <a:p/>
        </p:txBody>
      </p:sp>
      <p:sp>
        <p:nvSpPr>
          <p:cNvPr id="71" name="Google Shape;63;p19"/>
          <p:cNvSpPr txBox="1"/>
          <p:nvPr>
            <p:ph type="body" sz="half" idx="23"/>
          </p:nvPr>
        </p:nvSpPr>
        <p:spPr>
          <a:xfrm>
            <a:off x="4648200" y="1600200"/>
            <a:ext cx="4038600" cy="3028950"/>
          </a:xfrm>
          <a:prstGeom prst="rect">
            <a:avLst/>
          </a:prstGeom>
        </p:spPr>
        <p:txBody>
          <a:bodyPr/>
          <a:lstStyle/>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78" name="Slide Number"/>
          <p:cNvSpPr txBox="1"/>
          <p:nvPr>
            <p:ph type="sldNum" sz="quarter" idx="2"/>
          </p:nvPr>
        </p:nvSpPr>
        <p:spPr>
          <a:prstGeom prst="rect">
            <a:avLst/>
          </a:prstGeom>
        </p:spPr>
        <p:txBody>
          <a:bodyPr/>
          <a:lstStyle/>
          <a:p>
            <a:fld id="{86CB4B4D-7CA3-9044-876B-883B54F8677D}" type="slidenum">
              <a:rPr/>
            </a:fld>
            <a:endParaRPr/>
          </a:p>
        </p:txBody>
      </p:sp>
      <p:sp>
        <p:nvSpPr>
          <p:cNvPr id="79" name="Google Shape;68;p20"/>
          <p:cNvSpPr/>
          <p:nvPr/>
        </p:nvSpPr>
        <p:spPr>
          <a:xfrm>
            <a:off x="457200" y="4764880"/>
            <a:ext cx="8229601" cy="1"/>
          </a:xfrm>
          <a:prstGeom prst="line">
            <a:avLst/>
          </a:prstGeom>
          <a:ln>
            <a:solidFill>
              <a:schemeClr val="accent2"/>
            </a:solidFill>
            <a:prstDash val="dash"/>
          </a:ln>
        </p:spPr>
        <p:txBody>
          <a:bodyPr lIns="45719" rIns="45719"/>
          <a:lstStyle/>
          <a:p/>
        </p:txBody>
      </p:sp>
      <p:sp>
        <p:nvSpPr>
          <p:cNvPr id="80" name="Google Shape;69;p20"/>
          <p:cNvSpPr/>
          <p:nvPr/>
        </p:nvSpPr>
        <p:spPr>
          <a:xfrm rot="5400000">
            <a:off x="442957" y="4835566"/>
            <a:ext cx="143138" cy="120315"/>
          </a:xfrm>
          <a:prstGeom prst="triangle">
            <a:avLst/>
          </a:prstGeom>
          <a:solidFill>
            <a:schemeClr val="accent2"/>
          </a:solidFill>
          <a:ln w="12700">
            <a:miter lim="400000"/>
          </a:ln>
        </p:spPr>
        <p:txBody>
          <a:bodyPr lIns="45719" rIns="45719" anchor="ctr"/>
          <a:lstStyle/>
          <a:p>
            <a:pPr algn="ctr">
              <a:defRPr sz="1800">
                <a:solidFill>
                  <a:srgbClr val="FFFFFF"/>
                </a:solidFill>
                <a:latin typeface="Gill Sans"/>
                <a:ea typeface="Gill Sans"/>
                <a:cs typeface="Gill Sans"/>
                <a:sym typeface="Gill Sans"/>
              </a:defRPr>
            </a:p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OBJECT_WITH_CAPTION_TEXT">
    <p:spTree>
      <p:nvGrpSpPr>
        <p:cNvPr id="1" name=""/>
        <p:cNvGrpSpPr/>
        <p:nvPr/>
      </p:nvGrpSpPr>
      <p:grpSpPr>
        <a:xfrm>
          <a:off x="0" y="0"/>
          <a:ext cx="0" cy="0"/>
          <a:chOff x="0" y="0"/>
          <a:chExt cx="0" cy="0"/>
        </a:xfrm>
      </p:grpSpPr>
      <p:sp>
        <p:nvSpPr>
          <p:cNvPr id="87" name="Title Text"/>
          <p:cNvSpPr txBox="1"/>
          <p:nvPr>
            <p:ph type="title" hasCustomPrompt="1"/>
          </p:nvPr>
        </p:nvSpPr>
        <p:spPr>
          <a:xfrm>
            <a:off x="6324600" y="228600"/>
            <a:ext cx="2514600" cy="628650"/>
          </a:xfrm>
          <a:prstGeom prst="rect">
            <a:avLst/>
          </a:prstGeom>
        </p:spPr>
        <p:txBody>
          <a:bodyPr/>
          <a:lstStyle>
            <a:lvl1pPr>
              <a:defRPr sz="2000" b="1">
                <a:latin typeface="Gill Sans"/>
                <a:ea typeface="Gill Sans"/>
                <a:cs typeface="Gill Sans"/>
                <a:sym typeface="Gill Sans"/>
              </a:defRPr>
            </a:lvl1pPr>
          </a:lstStyle>
          <a:p>
            <a:r>
              <a:t>Title Text</a:t>
            </a:r>
          </a:p>
        </p:txBody>
      </p:sp>
      <p:sp>
        <p:nvSpPr>
          <p:cNvPr id="88" name="Body Level One…"/>
          <p:cNvSpPr txBox="1"/>
          <p:nvPr>
            <p:ph type="body" sz="quarter" idx="1" hasCustomPrompt="1"/>
          </p:nvPr>
        </p:nvSpPr>
        <p:spPr>
          <a:xfrm>
            <a:off x="6324600" y="914400"/>
            <a:ext cx="2514600" cy="3632598"/>
          </a:xfrm>
          <a:prstGeom prst="rect">
            <a:avLst/>
          </a:prstGeom>
        </p:spPr>
        <p:txBody>
          <a:bodyPr/>
          <a:lstStyle>
            <a:lvl1pPr marL="228600" indent="0">
              <a:lnSpc>
                <a:spcPct val="138000"/>
              </a:lnSpc>
              <a:buClrTx/>
              <a:buSzTx/>
              <a:buFontTx/>
              <a:buNone/>
              <a:defRPr sz="1600">
                <a:solidFill>
                  <a:srgbClr val="464653"/>
                </a:solidFill>
              </a:defRPr>
            </a:lvl1pPr>
            <a:lvl2pPr marL="228600" indent="457200">
              <a:lnSpc>
                <a:spcPct val="138000"/>
              </a:lnSpc>
              <a:buClrTx/>
              <a:buSzTx/>
              <a:buFontTx/>
              <a:buNone/>
              <a:defRPr sz="1600">
                <a:solidFill>
                  <a:srgbClr val="464653"/>
                </a:solidFill>
              </a:defRPr>
            </a:lvl2pPr>
            <a:lvl3pPr marL="228600" indent="914400">
              <a:lnSpc>
                <a:spcPct val="138000"/>
              </a:lnSpc>
              <a:buClrTx/>
              <a:buSzTx/>
              <a:buFontTx/>
              <a:buNone/>
              <a:defRPr sz="1600">
                <a:solidFill>
                  <a:srgbClr val="464653"/>
                </a:solidFill>
              </a:defRPr>
            </a:lvl3pPr>
            <a:lvl4pPr marL="228600" indent="1371600">
              <a:lnSpc>
                <a:spcPct val="138000"/>
              </a:lnSpc>
              <a:buClrTx/>
              <a:buSzTx/>
              <a:buFontTx/>
              <a:buNone/>
              <a:defRPr sz="1600">
                <a:solidFill>
                  <a:srgbClr val="464653"/>
                </a:solidFill>
              </a:defRPr>
            </a:lvl4pPr>
            <a:lvl5pPr marL="228600" indent="1828800">
              <a:lnSpc>
                <a:spcPct val="138000"/>
              </a:lnSpc>
              <a:buClrTx/>
              <a:buSzTx/>
              <a:buFontTx/>
              <a:buNone/>
              <a:defRPr sz="1600">
                <a:solidFill>
                  <a:srgbClr val="464653"/>
                </a:solidFill>
              </a:defRPr>
            </a:lvl5pPr>
          </a:lstStyle>
          <a:p>
            <a:r>
              <a:t>Body Level One</a:t>
            </a:r>
          </a:p>
          <a:p>
            <a:pPr lvl="1"/>
            <a:r>
              <a:t>Body Level Two</a:t>
            </a:r>
          </a:p>
          <a:p>
            <a:pPr lvl="2"/>
            <a:r>
              <a:t>Body Level Three</a:t>
            </a:r>
          </a:p>
          <a:p>
            <a:pPr lvl="3"/>
            <a:r>
              <a:t>Body Level Four</a:t>
            </a:r>
          </a:p>
          <a:p>
            <a:pPr lvl="4"/>
            <a:r>
              <a:t>Body Level Five</a:t>
            </a:r>
          </a:p>
        </p:txBody>
      </p:sp>
      <p:sp>
        <p:nvSpPr>
          <p:cNvPr id="89" name="Slide Number"/>
          <p:cNvSpPr txBox="1"/>
          <p:nvPr>
            <p:ph type="sldNum" sz="quarter" idx="2"/>
          </p:nvPr>
        </p:nvSpPr>
        <p:spPr>
          <a:prstGeom prst="rect">
            <a:avLst/>
          </a:prstGeom>
        </p:spPr>
        <p:txBody>
          <a:bodyPr/>
          <a:lstStyle/>
          <a:p>
            <a:fld id="{86CB4B4D-7CA3-9044-876B-883B54F8677D}" type="slidenum">
              <a:rPr/>
            </a:fld>
            <a:endParaRPr/>
          </a:p>
        </p:txBody>
      </p:sp>
      <p:sp>
        <p:nvSpPr>
          <p:cNvPr id="90" name="Google Shape;76;p21"/>
          <p:cNvSpPr/>
          <p:nvPr/>
        </p:nvSpPr>
        <p:spPr>
          <a:xfrm>
            <a:off x="457200" y="4764880"/>
            <a:ext cx="8229601" cy="1"/>
          </a:xfrm>
          <a:prstGeom prst="line">
            <a:avLst/>
          </a:prstGeom>
          <a:ln>
            <a:solidFill>
              <a:schemeClr val="accent2"/>
            </a:solidFill>
            <a:prstDash val="dash"/>
          </a:ln>
        </p:spPr>
        <p:txBody>
          <a:bodyPr lIns="45719" rIns="45719"/>
          <a:lstStyle/>
          <a:p/>
        </p:txBody>
      </p:sp>
      <p:sp>
        <p:nvSpPr>
          <p:cNvPr id="91" name="Google Shape;77;p21"/>
          <p:cNvSpPr/>
          <p:nvPr/>
        </p:nvSpPr>
        <p:spPr>
          <a:xfrm flipH="1">
            <a:off x="6178799" y="230664"/>
            <a:ext cx="1" cy="4526281"/>
          </a:xfrm>
          <a:prstGeom prst="line">
            <a:avLst/>
          </a:prstGeom>
          <a:ln>
            <a:solidFill>
              <a:schemeClr val="accent2"/>
            </a:solidFill>
            <a:prstDash val="dash"/>
          </a:ln>
        </p:spPr>
        <p:txBody>
          <a:bodyPr lIns="45719" rIns="45719"/>
          <a:lstStyle/>
          <a:p/>
        </p:txBody>
      </p:sp>
      <p:sp>
        <p:nvSpPr>
          <p:cNvPr id="92" name="Google Shape;78;p21"/>
          <p:cNvSpPr/>
          <p:nvPr/>
        </p:nvSpPr>
        <p:spPr>
          <a:xfrm rot="5400000">
            <a:off x="442957" y="4835566"/>
            <a:ext cx="143138" cy="120315"/>
          </a:xfrm>
          <a:prstGeom prst="triangle">
            <a:avLst/>
          </a:prstGeom>
          <a:solidFill>
            <a:schemeClr val="accent2"/>
          </a:solidFill>
          <a:ln w="12700">
            <a:miter lim="400000"/>
          </a:ln>
        </p:spPr>
        <p:txBody>
          <a:bodyPr lIns="45719" rIns="45719" anchor="ctr"/>
          <a:lstStyle/>
          <a:p>
            <a:pPr algn="ctr">
              <a:defRPr sz="1800">
                <a:solidFill>
                  <a:srgbClr val="FFFFFF"/>
                </a:solidFill>
                <a:latin typeface="Gill Sans"/>
                <a:ea typeface="Gill Sans"/>
                <a:cs typeface="Gill Sans"/>
                <a:sym typeface="Gill Sans"/>
              </a:defRPr>
            </a:pPr>
          </a:p>
        </p:txBody>
      </p:sp>
      <p:sp>
        <p:nvSpPr>
          <p:cNvPr id="93" name="Google Shape;79;p21"/>
          <p:cNvSpPr txBox="1"/>
          <p:nvPr>
            <p:ph type="body" idx="21"/>
          </p:nvPr>
        </p:nvSpPr>
        <p:spPr>
          <a:xfrm>
            <a:off x="304800" y="228600"/>
            <a:ext cx="5715000" cy="4286250"/>
          </a:xfrm>
          <a:prstGeom prst="rect">
            <a:avLst/>
          </a:prstGeom>
        </p:spPr>
        <p:txBody>
          <a:bodyPr/>
          <a:lstStyle/>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_WITH_CAPTION_TEXT">
    <p:spTree>
      <p:nvGrpSpPr>
        <p:cNvPr id="1" name=""/>
        <p:cNvGrpSpPr/>
        <p:nvPr/>
      </p:nvGrpSpPr>
      <p:grpSpPr>
        <a:xfrm>
          <a:off x="0" y="0"/>
          <a:ext cx="0" cy="0"/>
          <a:chOff x="0" y="0"/>
          <a:chExt cx="0" cy="0"/>
        </a:xfrm>
      </p:grpSpPr>
      <p:sp>
        <p:nvSpPr>
          <p:cNvPr id="100" name="Title Text"/>
          <p:cNvSpPr txBox="1"/>
          <p:nvPr>
            <p:ph type="title" hasCustomPrompt="1"/>
          </p:nvPr>
        </p:nvSpPr>
        <p:spPr>
          <a:xfrm>
            <a:off x="457200" y="375641"/>
            <a:ext cx="8229600" cy="506018"/>
          </a:xfrm>
          <a:prstGeom prst="rect">
            <a:avLst/>
          </a:prstGeom>
          <a:ln w="9525">
            <a:solidFill>
              <a:schemeClr val="accent1"/>
            </a:solidFill>
            <a:round/>
          </a:ln>
        </p:spPr>
        <p:txBody>
          <a:bodyPr anchor="ctr"/>
          <a:lstStyle>
            <a:lvl1pPr algn="r">
              <a:defRPr sz="2000">
                <a:solidFill>
                  <a:srgbClr val="FFFFFF"/>
                </a:solidFill>
              </a:defRPr>
            </a:lvl1pPr>
          </a:lstStyle>
          <a:p>
            <a:r>
              <a:t>Title Text</a:t>
            </a:r>
          </a:p>
        </p:txBody>
      </p:sp>
      <p:sp>
        <p:nvSpPr>
          <p:cNvPr id="101" name="Google Shape;82;p22"/>
          <p:cNvSpPr/>
          <p:nvPr>
            <p:ph type="pic" idx="21"/>
          </p:nvPr>
        </p:nvSpPr>
        <p:spPr>
          <a:xfrm>
            <a:off x="457200" y="1428750"/>
            <a:ext cx="8229600" cy="3202686"/>
          </a:xfrm>
          <a:prstGeom prst="rect">
            <a:avLst/>
          </a:prstGeom>
        </p:spPr>
        <p:txBody>
          <a:bodyPr lIns="91439" tIns="45719" rIns="91439" bIns="45719">
            <a:noAutofit/>
          </a:bodyPr>
          <a:lstStyle/>
          <a:p/>
        </p:txBody>
      </p:sp>
      <p:sp>
        <p:nvSpPr>
          <p:cNvPr id="102" name="Body Level One…"/>
          <p:cNvSpPr txBox="1"/>
          <p:nvPr>
            <p:ph type="body" sz="quarter" idx="1" hasCustomPrompt="1"/>
          </p:nvPr>
        </p:nvSpPr>
        <p:spPr>
          <a:xfrm>
            <a:off x="457200" y="914400"/>
            <a:ext cx="8229600" cy="400050"/>
          </a:xfrm>
          <a:prstGeom prst="rect">
            <a:avLst/>
          </a:prstGeom>
        </p:spPr>
        <p:txBody>
          <a:bodyPr anchor="ctr"/>
          <a:lstStyle>
            <a:lvl1pPr marL="228600" indent="0">
              <a:buClrTx/>
              <a:buSzTx/>
              <a:buFontTx/>
              <a:buNone/>
              <a:defRPr sz="1400"/>
            </a:lvl1pPr>
            <a:lvl2pPr marL="962025" indent="-334010">
              <a:buClrTx/>
              <a:buSzPts val="1400"/>
              <a:buFontTx/>
              <a:defRPr sz="1400"/>
            </a:lvl2pPr>
            <a:lvl3pPr marL="1482090" indent="-387350">
              <a:buClrTx/>
              <a:buSzPts val="1400"/>
              <a:buFontTx/>
              <a:defRPr sz="1400"/>
            </a:lvl3pPr>
            <a:lvl4pPr marL="1978025" indent="-417830">
              <a:buClrTx/>
              <a:buSzPts val="1400"/>
              <a:buFontTx/>
              <a:defRPr sz="1400"/>
            </a:lvl4pPr>
            <a:lvl5pPr marL="2435225" indent="-417830">
              <a:buClrTx/>
              <a:buSzPts val="1400"/>
              <a:buFontTx/>
              <a:defRPr sz="1400"/>
            </a:lvl5pPr>
          </a:lstStyle>
          <a:p>
            <a:r>
              <a:t>Body Level One</a:t>
            </a:r>
          </a:p>
          <a:p>
            <a:pPr lvl="1"/>
            <a:r>
              <a:t>Body Level Two</a:t>
            </a:r>
          </a:p>
          <a:p>
            <a:pPr lvl="2"/>
            <a:r>
              <a:t>Body Level Three</a:t>
            </a:r>
          </a:p>
          <a:p>
            <a:pPr lvl="3"/>
            <a:r>
              <a:t>Body Level Four</a:t>
            </a:r>
          </a:p>
          <a:p>
            <a:pPr lvl="4"/>
            <a:r>
              <a:t>Body Level Five</a:t>
            </a:r>
          </a:p>
        </p:txBody>
      </p:sp>
      <p:sp>
        <p:nvSpPr>
          <p:cNvPr id="103" name="Slide Number"/>
          <p:cNvSpPr txBox="1"/>
          <p:nvPr>
            <p:ph type="sldNum" sz="quarter" idx="2"/>
          </p:nvPr>
        </p:nvSpPr>
        <p:spPr>
          <a:prstGeom prst="rect">
            <a:avLst/>
          </a:prstGeom>
        </p:spPr>
        <p:txBody>
          <a:bodyPr/>
          <a:lstStyle/>
          <a:p>
            <a:fld id="{86CB4B4D-7CA3-9044-876B-883B54F8677D}" type="slidenum">
              <a:rPr/>
            </a:fld>
            <a:endParaRPr/>
          </a:p>
        </p:txBody>
      </p:sp>
      <p:sp>
        <p:nvSpPr>
          <p:cNvPr id="104" name="Google Shape;87;p22"/>
          <p:cNvSpPr/>
          <p:nvPr/>
        </p:nvSpPr>
        <p:spPr>
          <a:xfrm>
            <a:off x="457200" y="4764880"/>
            <a:ext cx="8229601" cy="1"/>
          </a:xfrm>
          <a:prstGeom prst="line">
            <a:avLst/>
          </a:prstGeom>
          <a:ln>
            <a:solidFill>
              <a:schemeClr val="accent2"/>
            </a:solidFill>
            <a:prstDash val="dash"/>
          </a:ln>
        </p:spPr>
        <p:txBody>
          <a:bodyPr lIns="45719" rIns="45719"/>
          <a:lstStyle/>
          <a:p/>
        </p:txBody>
      </p:sp>
      <p:sp>
        <p:nvSpPr>
          <p:cNvPr id="105" name="Google Shape;88;p22"/>
          <p:cNvSpPr/>
          <p:nvPr/>
        </p:nvSpPr>
        <p:spPr>
          <a:xfrm rot="5400000">
            <a:off x="442957" y="4835566"/>
            <a:ext cx="143138" cy="120315"/>
          </a:xfrm>
          <a:prstGeom prst="triangle">
            <a:avLst/>
          </a:prstGeom>
          <a:solidFill>
            <a:schemeClr val="accent2"/>
          </a:solidFill>
          <a:ln w="12700">
            <a:miter lim="400000"/>
          </a:ln>
        </p:spPr>
        <p:txBody>
          <a:bodyPr lIns="45719" rIns="45719" anchor="ctr"/>
          <a:lstStyle/>
          <a:p>
            <a:pPr algn="ctr">
              <a:defRPr sz="1800">
                <a:solidFill>
                  <a:srgbClr val="FFFFFF"/>
                </a:solidFill>
                <a:latin typeface="Gill Sans"/>
                <a:ea typeface="Gill Sans"/>
                <a:cs typeface="Gill Sans"/>
                <a:sym typeface="Gill Sans"/>
              </a:defRPr>
            </a:pPr>
          </a:p>
        </p:txBody>
      </p:sp>
      <p:sp>
        <p:nvSpPr>
          <p:cNvPr id="106" name="Google Shape;89;p22"/>
          <p:cNvSpPr/>
          <p:nvPr/>
        </p:nvSpPr>
        <p:spPr>
          <a:xfrm>
            <a:off x="457199" y="375641"/>
            <a:ext cx="182882" cy="514351"/>
          </a:xfrm>
          <a:prstGeom prst="rect">
            <a:avLst/>
          </a:prstGeom>
          <a:solidFill>
            <a:schemeClr val="accent1"/>
          </a:solidFill>
          <a:ln w="12700">
            <a:miter lim="400000"/>
          </a:ln>
        </p:spPr>
        <p:txBody>
          <a:bodyPr lIns="45719" rIns="45719" anchor="ctr"/>
          <a:lstStyle/>
          <a:p>
            <a:pPr algn="ctr">
              <a:defRPr sz="1800">
                <a:solidFill>
                  <a:srgbClr val="FFFFFF"/>
                </a:solidFill>
                <a:latin typeface="Gill Sans"/>
                <a:ea typeface="Gill Sans"/>
                <a:cs typeface="Gill Sans"/>
                <a:sym typeface="Gill Sans"/>
              </a:defRPr>
            </a:p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VERTICAL_TEXT">
    <p:spTree>
      <p:nvGrpSpPr>
        <p:cNvPr id="1" name=""/>
        <p:cNvGrpSpPr/>
        <p:nvPr/>
      </p:nvGrpSpPr>
      <p:grpSpPr>
        <a:xfrm>
          <a:off x="0" y="0"/>
          <a:ext cx="0" cy="0"/>
          <a:chOff x="0" y="0"/>
          <a:chExt cx="0" cy="0"/>
        </a:xfrm>
      </p:grpSpPr>
      <p:sp>
        <p:nvSpPr>
          <p:cNvPr id="113" name="Title Text"/>
          <p:cNvSpPr txBox="1"/>
          <p:nvPr>
            <p:ph type="title" hasCustomPrompt="1"/>
          </p:nvPr>
        </p:nvSpPr>
        <p:spPr>
          <a:prstGeom prst="rect">
            <a:avLst/>
          </a:prstGeom>
        </p:spPr>
        <p:txBody>
          <a:bodyPr/>
          <a:lstStyle/>
          <a:p>
            <a:r>
              <a:t>Title Text</a:t>
            </a:r>
          </a:p>
        </p:txBody>
      </p:sp>
      <p:sp>
        <p:nvSpPr>
          <p:cNvPr id="114" name="Body Level One…"/>
          <p:cNvSpPr txBox="1"/>
          <p:nvPr>
            <p:ph type="body" idx="1" hasCustomPrompt="1"/>
          </p:nvPr>
        </p:nvSpPr>
        <p:spPr>
          <a:xfrm rot="5400000">
            <a:off x="2730626" y="-1359028"/>
            <a:ext cx="3682748" cy="8229601"/>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15" name="Slide Number"/>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VERTICAL_TITLE_AND_VERTICAL_TEXT">
    <p:spTree>
      <p:nvGrpSpPr>
        <p:cNvPr id="1" name=""/>
        <p:cNvGrpSpPr/>
        <p:nvPr/>
      </p:nvGrpSpPr>
      <p:grpSpPr>
        <a:xfrm>
          <a:off x="0" y="0"/>
          <a:ext cx="0" cy="0"/>
          <a:chOff x="0" y="0"/>
          <a:chExt cx="0" cy="0"/>
        </a:xfrm>
      </p:grpSpPr>
      <p:sp>
        <p:nvSpPr>
          <p:cNvPr id="122" name="Title Text"/>
          <p:cNvSpPr txBox="1"/>
          <p:nvPr>
            <p:ph type="title" hasCustomPrompt="1"/>
          </p:nvPr>
        </p:nvSpPr>
        <p:spPr>
          <a:xfrm rot="5400000">
            <a:off x="5463778" y="1371600"/>
            <a:ext cx="4388645" cy="2057401"/>
          </a:xfrm>
          <a:prstGeom prst="rect">
            <a:avLst/>
          </a:prstGeom>
        </p:spPr>
        <p:txBody>
          <a:bodyPr/>
          <a:lstStyle/>
          <a:p>
            <a:r>
              <a:t>Title Text</a:t>
            </a:r>
          </a:p>
        </p:txBody>
      </p:sp>
      <p:sp>
        <p:nvSpPr>
          <p:cNvPr id="123" name="Body Level One…"/>
          <p:cNvSpPr txBox="1"/>
          <p:nvPr>
            <p:ph type="body" idx="1" hasCustomPrompt="1"/>
          </p:nvPr>
        </p:nvSpPr>
        <p:spPr>
          <a:xfrm rot="5400000">
            <a:off x="1272778" y="-609599"/>
            <a:ext cx="4388645" cy="6019801"/>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24" name="Slide Number"/>
          <p:cNvSpPr txBox="1"/>
          <p:nvPr>
            <p:ph type="sldNum" sz="quarter" idx="2"/>
          </p:nvPr>
        </p:nvSpPr>
        <p:spPr>
          <a:prstGeom prst="rect">
            <a:avLst/>
          </a:prstGeom>
        </p:spPr>
        <p:txBody>
          <a:bodyPr/>
          <a:lstStyle/>
          <a:p>
            <a:fld id="{86CB4B4D-7CA3-9044-876B-883B54F8677D}" type="slidenum">
              <a:rPr/>
            </a:fld>
            <a:endParaRPr/>
          </a:p>
        </p:txBody>
      </p:sp>
      <p:sp>
        <p:nvSpPr>
          <p:cNvPr id="125" name="Google Shape;102;p24"/>
          <p:cNvSpPr/>
          <p:nvPr/>
        </p:nvSpPr>
        <p:spPr>
          <a:xfrm>
            <a:off x="457200" y="4764880"/>
            <a:ext cx="8229601" cy="1"/>
          </a:xfrm>
          <a:prstGeom prst="line">
            <a:avLst/>
          </a:prstGeom>
          <a:ln>
            <a:solidFill>
              <a:schemeClr val="accent2"/>
            </a:solidFill>
            <a:prstDash val="dash"/>
          </a:ln>
        </p:spPr>
        <p:txBody>
          <a:bodyPr lIns="45719" rIns="45719"/>
          <a:lstStyle/>
          <a:p/>
        </p:txBody>
      </p:sp>
      <p:sp>
        <p:nvSpPr>
          <p:cNvPr id="126" name="Google Shape;103;p24"/>
          <p:cNvSpPr/>
          <p:nvPr/>
        </p:nvSpPr>
        <p:spPr>
          <a:xfrm rot="5400000">
            <a:off x="442957" y="4835566"/>
            <a:ext cx="143138" cy="120315"/>
          </a:xfrm>
          <a:prstGeom prst="triangle">
            <a:avLst/>
          </a:prstGeom>
          <a:solidFill>
            <a:schemeClr val="accent2"/>
          </a:solidFill>
          <a:ln w="12700">
            <a:miter lim="400000"/>
          </a:ln>
        </p:spPr>
        <p:txBody>
          <a:bodyPr lIns="45719" rIns="45719" anchor="ctr"/>
          <a:lstStyle/>
          <a:p>
            <a:pPr algn="ctr">
              <a:defRPr sz="1800">
                <a:solidFill>
                  <a:srgbClr val="FFFFFF"/>
                </a:solidFill>
                <a:latin typeface="Gill Sans"/>
                <a:ea typeface="Gill Sans"/>
                <a:cs typeface="Gill Sans"/>
                <a:sym typeface="Gill Sans"/>
              </a:defRPr>
            </a:pPr>
          </a:p>
        </p:txBody>
      </p:sp>
      <p:sp>
        <p:nvSpPr>
          <p:cNvPr id="127" name="Google Shape;104;p24"/>
          <p:cNvSpPr/>
          <p:nvPr/>
        </p:nvSpPr>
        <p:spPr>
          <a:xfrm flipH="1">
            <a:off x="6556321" y="207538"/>
            <a:ext cx="1" cy="4389122"/>
          </a:xfrm>
          <a:prstGeom prst="line">
            <a:avLst/>
          </a:prstGeom>
          <a:ln>
            <a:solidFill>
              <a:schemeClr val="accent2"/>
            </a:solidFill>
            <a:prstDash val="dash"/>
          </a:ln>
        </p:spPr>
        <p:txBody>
          <a:bodyPr lIns="45719" rIns="45719"/>
          <a:lstStyle/>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2"/>
          <a:srcRect/>
          <a:tile tx="0" ty="0" sx="100000" sy="100000" flip="none" algn="tl"/>
        </a:blipFill>
        <a:effectLst/>
      </p:bgPr>
    </p:bg>
    <p:spTree>
      <p:nvGrpSpPr>
        <p:cNvPr id="1" name=""/>
        <p:cNvGrpSpPr/>
        <p:nvPr/>
      </p:nvGrpSpPr>
      <p:grpSpPr>
        <a:xfrm>
          <a:off x="0" y="0"/>
          <a:ext cx="0" cy="0"/>
          <a:chOff x="0" y="0"/>
          <a:chExt cx="0" cy="0"/>
        </a:xfrm>
      </p:grpSpPr>
      <p:sp>
        <p:nvSpPr>
          <p:cNvPr id="2" name="Google Shape;15;p13"/>
          <p:cNvSpPr/>
          <p:nvPr/>
        </p:nvSpPr>
        <p:spPr>
          <a:xfrm>
            <a:off x="457200" y="4764880"/>
            <a:ext cx="8229601" cy="1"/>
          </a:xfrm>
          <a:prstGeom prst="line">
            <a:avLst/>
          </a:prstGeom>
          <a:ln>
            <a:solidFill>
              <a:schemeClr val="accent2"/>
            </a:solidFill>
            <a:prstDash val="dash"/>
          </a:ln>
        </p:spPr>
        <p:txBody>
          <a:bodyPr lIns="45719" rIns="45719"/>
          <a:lstStyle/>
          <a:p/>
        </p:txBody>
      </p:sp>
      <p:sp>
        <p:nvSpPr>
          <p:cNvPr id="3" name="Google Shape;16;p13"/>
          <p:cNvSpPr/>
          <p:nvPr/>
        </p:nvSpPr>
        <p:spPr>
          <a:xfrm>
            <a:off x="457200" y="857250"/>
            <a:ext cx="8229601" cy="0"/>
          </a:xfrm>
          <a:prstGeom prst="line">
            <a:avLst/>
          </a:prstGeom>
          <a:ln>
            <a:solidFill>
              <a:schemeClr val="accent2"/>
            </a:solidFill>
            <a:prstDash val="dash"/>
          </a:ln>
        </p:spPr>
        <p:txBody>
          <a:bodyPr lIns="45719" rIns="45719"/>
          <a:lstStyle/>
          <a:p/>
        </p:txBody>
      </p:sp>
      <p:sp>
        <p:nvSpPr>
          <p:cNvPr id="4" name="Google Shape;17;p13"/>
          <p:cNvSpPr/>
          <p:nvPr/>
        </p:nvSpPr>
        <p:spPr>
          <a:xfrm rot="5400000">
            <a:off x="442957" y="4835566"/>
            <a:ext cx="143138" cy="120315"/>
          </a:xfrm>
          <a:prstGeom prst="triangle">
            <a:avLst/>
          </a:prstGeom>
          <a:solidFill>
            <a:schemeClr val="accent2"/>
          </a:solidFill>
          <a:ln w="12700">
            <a:miter lim="400000"/>
          </a:ln>
        </p:spPr>
        <p:txBody>
          <a:bodyPr lIns="45719" rIns="45719" anchor="ctr"/>
          <a:lstStyle/>
          <a:p>
            <a:pPr algn="ctr">
              <a:defRPr sz="1800">
                <a:solidFill>
                  <a:srgbClr val="FFFFFF"/>
                </a:solidFill>
                <a:latin typeface="Gill Sans"/>
                <a:ea typeface="Gill Sans"/>
                <a:cs typeface="Gill Sans"/>
                <a:sym typeface="Gill Sans"/>
              </a:defRPr>
            </a:pPr>
          </a:p>
        </p:txBody>
      </p:sp>
      <p:sp>
        <p:nvSpPr>
          <p:cNvPr id="5" name="Title Text"/>
          <p:cNvSpPr txBox="1"/>
          <p:nvPr>
            <p:ph type="title"/>
          </p:nvPr>
        </p:nvSpPr>
        <p:spPr>
          <a:xfrm>
            <a:off x="457200" y="114300"/>
            <a:ext cx="8229600" cy="742950"/>
          </a:xfrm>
          <a:prstGeom prst="rect">
            <a:avLst/>
          </a:prstGeom>
          <a:ln w="12700">
            <a:miter lim="400000"/>
          </a:ln>
        </p:spPr>
        <p:txBody>
          <a:bodyPr lIns="45699" tIns="45699" rIns="45699" bIns="45699" anchor="b">
            <a:normAutofit/>
          </a:bodyPr>
          <a:lstStyle/>
          <a:p>
            <a:r>
              <a:t>Title Text</a:t>
            </a:r>
          </a:p>
        </p:txBody>
      </p:sp>
      <p:sp>
        <p:nvSpPr>
          <p:cNvPr id="6" name="Slide Number"/>
          <p:cNvSpPr txBox="1"/>
          <p:nvPr>
            <p:ph type="sldNum" sz="quarter" idx="2"/>
          </p:nvPr>
        </p:nvSpPr>
        <p:spPr>
          <a:xfrm>
            <a:off x="612648" y="4767262"/>
            <a:ext cx="281901" cy="294601"/>
          </a:xfrm>
          <a:prstGeom prst="rect">
            <a:avLst/>
          </a:prstGeom>
          <a:ln w="12700">
            <a:miter lim="400000"/>
          </a:ln>
        </p:spPr>
        <p:txBody>
          <a:bodyPr wrap="none" lIns="45699" tIns="45699" rIns="45699" bIns="45699">
            <a:spAutoFit/>
          </a:bodyPr>
          <a:lstStyle>
            <a:lvl1pPr>
              <a:defRPr>
                <a:solidFill>
                  <a:srgbClr val="464653"/>
                </a:solidFill>
                <a:latin typeface="Gill Sans"/>
                <a:ea typeface="Gill Sans"/>
                <a:cs typeface="Gill Sans"/>
                <a:sym typeface="Gill Sans"/>
              </a:defRPr>
            </a:lvl1pPr>
          </a:lstStyle>
          <a:p>
            <a:fld id="{86CB4B4D-7CA3-9044-876B-883B54F8677D}" type="slidenum">
              <a:rPr/>
            </a:fld>
            <a:endParaRPr/>
          </a:p>
        </p:txBody>
      </p:sp>
      <p:sp>
        <p:nvSpPr>
          <p:cNvPr id="7" name="Body Level One…"/>
          <p:cNvSpPr txBox="1"/>
          <p:nvPr>
            <p:ph type="body" idx="1"/>
          </p:nvPr>
        </p:nvSpPr>
        <p:spPr>
          <a:xfrm>
            <a:off x="457200" y="914400"/>
            <a:ext cx="8229600" cy="3703321"/>
          </a:xfrm>
          <a:prstGeom prst="rect">
            <a:avLst/>
          </a:prstGeom>
          <a:ln w="12700">
            <a:miter lim="400000"/>
          </a:ln>
        </p:spPr>
        <p:txBody>
          <a:bodyPr lIns="45699" tIns="45699" rIns="45699" bIns="45699">
            <a:normAutofit/>
          </a:bodyPr>
          <a:lstStyle/>
          <a:p>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txStyles>
    <p:titleStyle>
      <a:lvl1pPr marL="0" marR="0" indent="0" algn="l" defTabSz="914400" rtl="0" latinLnBrk="0">
        <a:lnSpc>
          <a:spcPct val="100000"/>
        </a:lnSpc>
        <a:spcBef>
          <a:spcPts val="0"/>
        </a:spcBef>
        <a:spcAft>
          <a:spcPts val="0"/>
        </a:spcAft>
        <a:buClrTx/>
        <a:buSzTx/>
        <a:buFontTx/>
        <a:buNone/>
        <a:defRPr sz="3200" b="0" i="0" u="none" strike="noStrike" cap="none" spc="0" baseline="0">
          <a:solidFill>
            <a:srgbClr val="464653"/>
          </a:solidFill>
          <a:uFillTx/>
          <a:latin typeface="Bookman Old Style" panose="02050604050505020204"/>
          <a:ea typeface="Bookman Old Style" panose="02050604050505020204"/>
          <a:cs typeface="Bookman Old Style" panose="02050604050505020204"/>
          <a:sym typeface="Bookman Old Style" panose="02050604050505020204"/>
        </a:defRPr>
      </a:lvl1pPr>
      <a:lvl2pPr marL="0" marR="0" indent="0" algn="l" defTabSz="914400" rtl="0" latinLnBrk="0">
        <a:lnSpc>
          <a:spcPct val="100000"/>
        </a:lnSpc>
        <a:spcBef>
          <a:spcPts val="0"/>
        </a:spcBef>
        <a:spcAft>
          <a:spcPts val="0"/>
        </a:spcAft>
        <a:buClrTx/>
        <a:buSzTx/>
        <a:buFontTx/>
        <a:buNone/>
        <a:defRPr sz="3200" b="0" i="0" u="none" strike="noStrike" cap="none" spc="0" baseline="0">
          <a:solidFill>
            <a:srgbClr val="464653"/>
          </a:solidFill>
          <a:uFillTx/>
          <a:latin typeface="Bookman Old Style" panose="02050604050505020204"/>
          <a:ea typeface="Bookman Old Style" panose="02050604050505020204"/>
          <a:cs typeface="Bookman Old Style" panose="02050604050505020204"/>
          <a:sym typeface="Bookman Old Style" panose="02050604050505020204"/>
        </a:defRPr>
      </a:lvl2pPr>
      <a:lvl3pPr marL="0" marR="0" indent="0" algn="l" defTabSz="914400" rtl="0" latinLnBrk="0">
        <a:lnSpc>
          <a:spcPct val="100000"/>
        </a:lnSpc>
        <a:spcBef>
          <a:spcPts val="0"/>
        </a:spcBef>
        <a:spcAft>
          <a:spcPts val="0"/>
        </a:spcAft>
        <a:buClrTx/>
        <a:buSzTx/>
        <a:buFontTx/>
        <a:buNone/>
        <a:defRPr sz="3200" b="0" i="0" u="none" strike="noStrike" cap="none" spc="0" baseline="0">
          <a:solidFill>
            <a:srgbClr val="464653"/>
          </a:solidFill>
          <a:uFillTx/>
          <a:latin typeface="Bookman Old Style" panose="02050604050505020204"/>
          <a:ea typeface="Bookman Old Style" panose="02050604050505020204"/>
          <a:cs typeface="Bookman Old Style" panose="02050604050505020204"/>
          <a:sym typeface="Bookman Old Style" panose="02050604050505020204"/>
        </a:defRPr>
      </a:lvl3pPr>
      <a:lvl4pPr marL="0" marR="0" indent="0" algn="l" defTabSz="914400" rtl="0" latinLnBrk="0">
        <a:lnSpc>
          <a:spcPct val="100000"/>
        </a:lnSpc>
        <a:spcBef>
          <a:spcPts val="0"/>
        </a:spcBef>
        <a:spcAft>
          <a:spcPts val="0"/>
        </a:spcAft>
        <a:buClrTx/>
        <a:buSzTx/>
        <a:buFontTx/>
        <a:buNone/>
        <a:defRPr sz="3200" b="0" i="0" u="none" strike="noStrike" cap="none" spc="0" baseline="0">
          <a:solidFill>
            <a:srgbClr val="464653"/>
          </a:solidFill>
          <a:uFillTx/>
          <a:latin typeface="Bookman Old Style" panose="02050604050505020204"/>
          <a:ea typeface="Bookman Old Style" panose="02050604050505020204"/>
          <a:cs typeface="Bookman Old Style" panose="02050604050505020204"/>
          <a:sym typeface="Bookman Old Style" panose="02050604050505020204"/>
        </a:defRPr>
      </a:lvl4pPr>
      <a:lvl5pPr marL="0" marR="0" indent="0" algn="l" defTabSz="914400" rtl="0" latinLnBrk="0">
        <a:lnSpc>
          <a:spcPct val="100000"/>
        </a:lnSpc>
        <a:spcBef>
          <a:spcPts val="0"/>
        </a:spcBef>
        <a:spcAft>
          <a:spcPts val="0"/>
        </a:spcAft>
        <a:buClrTx/>
        <a:buSzTx/>
        <a:buFontTx/>
        <a:buNone/>
        <a:defRPr sz="3200" b="0" i="0" u="none" strike="noStrike" cap="none" spc="0" baseline="0">
          <a:solidFill>
            <a:srgbClr val="464653"/>
          </a:solidFill>
          <a:uFillTx/>
          <a:latin typeface="Bookman Old Style" panose="02050604050505020204"/>
          <a:ea typeface="Bookman Old Style" panose="02050604050505020204"/>
          <a:cs typeface="Bookman Old Style" panose="02050604050505020204"/>
          <a:sym typeface="Bookman Old Style" panose="02050604050505020204"/>
        </a:defRPr>
      </a:lvl5pPr>
      <a:lvl6pPr marL="0" marR="0" indent="0" algn="l" defTabSz="914400" rtl="0" latinLnBrk="0">
        <a:lnSpc>
          <a:spcPct val="100000"/>
        </a:lnSpc>
        <a:spcBef>
          <a:spcPts val="0"/>
        </a:spcBef>
        <a:spcAft>
          <a:spcPts val="0"/>
        </a:spcAft>
        <a:buClrTx/>
        <a:buSzTx/>
        <a:buFontTx/>
        <a:buNone/>
        <a:defRPr sz="3200" b="0" i="0" u="none" strike="noStrike" cap="none" spc="0" baseline="0">
          <a:solidFill>
            <a:srgbClr val="464653"/>
          </a:solidFill>
          <a:uFillTx/>
          <a:latin typeface="Bookman Old Style" panose="02050604050505020204"/>
          <a:ea typeface="Bookman Old Style" panose="02050604050505020204"/>
          <a:cs typeface="Bookman Old Style" panose="02050604050505020204"/>
          <a:sym typeface="Bookman Old Style" panose="02050604050505020204"/>
        </a:defRPr>
      </a:lvl6pPr>
      <a:lvl7pPr marL="0" marR="0" indent="0" algn="l" defTabSz="914400" rtl="0" latinLnBrk="0">
        <a:lnSpc>
          <a:spcPct val="100000"/>
        </a:lnSpc>
        <a:spcBef>
          <a:spcPts val="0"/>
        </a:spcBef>
        <a:spcAft>
          <a:spcPts val="0"/>
        </a:spcAft>
        <a:buClrTx/>
        <a:buSzTx/>
        <a:buFontTx/>
        <a:buNone/>
        <a:defRPr sz="3200" b="0" i="0" u="none" strike="noStrike" cap="none" spc="0" baseline="0">
          <a:solidFill>
            <a:srgbClr val="464653"/>
          </a:solidFill>
          <a:uFillTx/>
          <a:latin typeface="Bookman Old Style" panose="02050604050505020204"/>
          <a:ea typeface="Bookman Old Style" panose="02050604050505020204"/>
          <a:cs typeface="Bookman Old Style" panose="02050604050505020204"/>
          <a:sym typeface="Bookman Old Style" panose="02050604050505020204"/>
        </a:defRPr>
      </a:lvl7pPr>
      <a:lvl8pPr marL="0" marR="0" indent="0" algn="l" defTabSz="914400" rtl="0" latinLnBrk="0">
        <a:lnSpc>
          <a:spcPct val="100000"/>
        </a:lnSpc>
        <a:spcBef>
          <a:spcPts val="0"/>
        </a:spcBef>
        <a:spcAft>
          <a:spcPts val="0"/>
        </a:spcAft>
        <a:buClrTx/>
        <a:buSzTx/>
        <a:buFontTx/>
        <a:buNone/>
        <a:defRPr sz="3200" b="0" i="0" u="none" strike="noStrike" cap="none" spc="0" baseline="0">
          <a:solidFill>
            <a:srgbClr val="464653"/>
          </a:solidFill>
          <a:uFillTx/>
          <a:latin typeface="Bookman Old Style" panose="02050604050505020204"/>
          <a:ea typeface="Bookman Old Style" panose="02050604050505020204"/>
          <a:cs typeface="Bookman Old Style" panose="02050604050505020204"/>
          <a:sym typeface="Bookman Old Style" panose="02050604050505020204"/>
        </a:defRPr>
      </a:lvl8pPr>
      <a:lvl9pPr marL="0" marR="0" indent="0" algn="l" defTabSz="914400" rtl="0" latinLnBrk="0">
        <a:lnSpc>
          <a:spcPct val="100000"/>
        </a:lnSpc>
        <a:spcBef>
          <a:spcPts val="0"/>
        </a:spcBef>
        <a:spcAft>
          <a:spcPts val="0"/>
        </a:spcAft>
        <a:buClrTx/>
        <a:buSzTx/>
        <a:buFontTx/>
        <a:buNone/>
        <a:defRPr sz="3200" b="0" i="0" u="none" strike="noStrike" cap="none" spc="0" baseline="0">
          <a:solidFill>
            <a:srgbClr val="464653"/>
          </a:solidFill>
          <a:uFillTx/>
          <a:latin typeface="Bookman Old Style" panose="02050604050505020204"/>
          <a:ea typeface="Bookman Old Style" panose="02050604050505020204"/>
          <a:cs typeface="Bookman Old Style" panose="02050604050505020204"/>
          <a:sym typeface="Bookman Old Style" panose="02050604050505020204"/>
        </a:defRPr>
      </a:lvl9pPr>
    </p:titleStyle>
    <p:bodyStyle>
      <a:lvl1pPr marL="457200" marR="0" indent="-315595" algn="l" defTabSz="914400" rtl="0" latinLnBrk="0">
        <a:lnSpc>
          <a:spcPct val="100000"/>
        </a:lnSpc>
        <a:spcBef>
          <a:spcPts val="600"/>
        </a:spcBef>
        <a:spcAft>
          <a:spcPts val="0"/>
        </a:spcAft>
        <a:buClr>
          <a:schemeClr val="accent1"/>
        </a:buClr>
        <a:buSzPts val="2600"/>
        <a:buFont typeface="Helvetica"/>
        <a:buChar char="?"/>
        <a:defRPr sz="2600" b="0" i="0" u="none" strike="noStrike" cap="none" spc="0" baseline="0">
          <a:solidFill>
            <a:srgbClr val="000000"/>
          </a:solidFill>
          <a:uFillTx/>
          <a:latin typeface="Gill Sans"/>
          <a:ea typeface="Gill Sans"/>
          <a:cs typeface="Gill Sans"/>
          <a:sym typeface="Gill Sans"/>
        </a:defRPr>
      </a:lvl1pPr>
      <a:lvl2pPr marL="955675" marR="0" indent="-356870" algn="l" defTabSz="914400" rtl="0" latinLnBrk="0">
        <a:lnSpc>
          <a:spcPct val="100000"/>
        </a:lnSpc>
        <a:spcBef>
          <a:spcPts val="600"/>
        </a:spcBef>
        <a:spcAft>
          <a:spcPts val="0"/>
        </a:spcAft>
        <a:buClr>
          <a:schemeClr val="accent1"/>
        </a:buClr>
        <a:buSzPts val="2600"/>
        <a:buFont typeface="Helvetica"/>
        <a:buChar char="?"/>
        <a:defRPr sz="2600" b="0" i="0" u="none" strike="noStrike" cap="none" spc="0" baseline="0">
          <a:solidFill>
            <a:srgbClr val="000000"/>
          </a:solidFill>
          <a:uFillTx/>
          <a:latin typeface="Gill Sans"/>
          <a:ea typeface="Gill Sans"/>
          <a:cs typeface="Gill Sans"/>
          <a:sym typeface="Gill Sans"/>
        </a:defRPr>
      </a:lvl2pPr>
      <a:lvl3pPr marL="1466215" marR="0" indent="-410210" algn="l" defTabSz="914400" rtl="0" latinLnBrk="0">
        <a:lnSpc>
          <a:spcPct val="100000"/>
        </a:lnSpc>
        <a:spcBef>
          <a:spcPts val="600"/>
        </a:spcBef>
        <a:spcAft>
          <a:spcPts val="0"/>
        </a:spcAft>
        <a:buClr>
          <a:schemeClr val="accent1"/>
        </a:buClr>
        <a:buSzPts val="2600"/>
        <a:buFont typeface="Helvetica"/>
        <a:buChar char="?"/>
        <a:defRPr sz="2600" b="0" i="0" u="none" strike="noStrike" cap="none" spc="0" baseline="0">
          <a:solidFill>
            <a:srgbClr val="000000"/>
          </a:solidFill>
          <a:uFillTx/>
          <a:latin typeface="Gill Sans"/>
          <a:ea typeface="Gill Sans"/>
          <a:cs typeface="Gill Sans"/>
          <a:sym typeface="Gill Sans"/>
        </a:defRPr>
      </a:lvl3pPr>
      <a:lvl4pPr marL="1965960" marR="0" indent="-445770" algn="l" defTabSz="914400" rtl="0" latinLnBrk="0">
        <a:lnSpc>
          <a:spcPct val="100000"/>
        </a:lnSpc>
        <a:spcBef>
          <a:spcPts val="600"/>
        </a:spcBef>
        <a:spcAft>
          <a:spcPts val="0"/>
        </a:spcAft>
        <a:buClr>
          <a:schemeClr val="accent1"/>
        </a:buClr>
        <a:buSzPts val="2600"/>
        <a:buFont typeface="Helvetica"/>
        <a:buChar char="◻"/>
        <a:defRPr sz="2600" b="0" i="0" u="none" strike="noStrike" cap="none" spc="0" baseline="0">
          <a:solidFill>
            <a:srgbClr val="000000"/>
          </a:solidFill>
          <a:uFillTx/>
          <a:latin typeface="Gill Sans"/>
          <a:ea typeface="Gill Sans"/>
          <a:cs typeface="Gill Sans"/>
          <a:sym typeface="Gill Sans"/>
        </a:defRPr>
      </a:lvl4pPr>
      <a:lvl5pPr marL="2479040" marR="0" indent="-501650" algn="l" defTabSz="914400" rtl="0" latinLnBrk="0">
        <a:lnSpc>
          <a:spcPct val="100000"/>
        </a:lnSpc>
        <a:spcBef>
          <a:spcPts val="600"/>
        </a:spcBef>
        <a:spcAft>
          <a:spcPts val="0"/>
        </a:spcAft>
        <a:buClr>
          <a:schemeClr val="accent1"/>
        </a:buClr>
        <a:buSzPts val="2600"/>
        <a:buFont typeface="Helvetica"/>
        <a:buChar char="◻"/>
        <a:defRPr sz="2600" b="0" i="0" u="none" strike="noStrike" cap="none" spc="0" baseline="0">
          <a:solidFill>
            <a:srgbClr val="000000"/>
          </a:solidFill>
          <a:uFillTx/>
          <a:latin typeface="Gill Sans"/>
          <a:ea typeface="Gill Sans"/>
          <a:cs typeface="Gill Sans"/>
          <a:sym typeface="Gill Sans"/>
        </a:defRPr>
      </a:lvl5pPr>
      <a:lvl6pPr marL="2939415" marR="0" indent="-510540" algn="l" defTabSz="914400" rtl="0" latinLnBrk="0">
        <a:lnSpc>
          <a:spcPct val="100000"/>
        </a:lnSpc>
        <a:spcBef>
          <a:spcPts val="600"/>
        </a:spcBef>
        <a:spcAft>
          <a:spcPts val="0"/>
        </a:spcAft>
        <a:buClr>
          <a:schemeClr val="accent1"/>
        </a:buClr>
        <a:buSzPts val="2600"/>
        <a:buFont typeface="Helvetica"/>
        <a:buChar char="?"/>
        <a:defRPr sz="2600" b="0" i="0" u="none" strike="noStrike" cap="none" spc="0" baseline="0">
          <a:solidFill>
            <a:srgbClr val="000000"/>
          </a:solidFill>
          <a:uFillTx/>
          <a:latin typeface="Gill Sans"/>
          <a:ea typeface="Gill Sans"/>
          <a:cs typeface="Gill Sans"/>
          <a:sym typeface="Gill Sans"/>
        </a:defRPr>
      </a:lvl6pPr>
      <a:lvl7pPr marL="3469640" marR="0" indent="-583565" algn="l" defTabSz="914400" rtl="0" latinLnBrk="0">
        <a:lnSpc>
          <a:spcPct val="100000"/>
        </a:lnSpc>
        <a:spcBef>
          <a:spcPts val="600"/>
        </a:spcBef>
        <a:spcAft>
          <a:spcPts val="0"/>
        </a:spcAft>
        <a:buClr>
          <a:schemeClr val="accent1"/>
        </a:buClr>
        <a:buSzPts val="2600"/>
        <a:buFont typeface="Helvetica"/>
        <a:buChar char="?"/>
        <a:defRPr sz="2600" b="0" i="0" u="none" strike="noStrike" cap="none" spc="0" baseline="0">
          <a:solidFill>
            <a:srgbClr val="000000"/>
          </a:solidFill>
          <a:uFillTx/>
          <a:latin typeface="Gill Sans"/>
          <a:ea typeface="Gill Sans"/>
          <a:cs typeface="Gill Sans"/>
          <a:sym typeface="Gill Sans"/>
        </a:defRPr>
      </a:lvl7pPr>
      <a:lvl8pPr marL="3926840" marR="0" indent="-583565" algn="l" defTabSz="914400" rtl="0" latinLnBrk="0">
        <a:lnSpc>
          <a:spcPct val="100000"/>
        </a:lnSpc>
        <a:spcBef>
          <a:spcPts val="600"/>
        </a:spcBef>
        <a:spcAft>
          <a:spcPts val="0"/>
        </a:spcAft>
        <a:buClr>
          <a:schemeClr val="accent1"/>
        </a:buClr>
        <a:buSzPts val="2600"/>
        <a:buFont typeface="Helvetica"/>
        <a:buChar char="?"/>
        <a:defRPr sz="2600" b="0" i="0" u="none" strike="noStrike" cap="none" spc="0" baseline="0">
          <a:solidFill>
            <a:srgbClr val="000000"/>
          </a:solidFill>
          <a:uFillTx/>
          <a:latin typeface="Gill Sans"/>
          <a:ea typeface="Gill Sans"/>
          <a:cs typeface="Gill Sans"/>
          <a:sym typeface="Gill Sans"/>
        </a:defRPr>
      </a:lvl8pPr>
      <a:lvl9pPr marL="4481195" marR="0" indent="-680720" algn="l" defTabSz="914400" rtl="0" latinLnBrk="0">
        <a:lnSpc>
          <a:spcPct val="100000"/>
        </a:lnSpc>
        <a:spcBef>
          <a:spcPts val="600"/>
        </a:spcBef>
        <a:spcAft>
          <a:spcPts val="0"/>
        </a:spcAft>
        <a:buClr>
          <a:schemeClr val="accent1"/>
        </a:buClr>
        <a:buSzPts val="2600"/>
        <a:buFont typeface="Helvetica"/>
        <a:buChar char="?"/>
        <a:defRPr sz="2600" b="0" i="0" u="none" strike="noStrike" cap="none" spc="0" baseline="0">
          <a:solidFill>
            <a:srgbClr val="000000"/>
          </a:solidFill>
          <a:uFillTx/>
          <a:latin typeface="Gill Sans"/>
          <a:ea typeface="Gill Sans"/>
          <a:cs typeface="Gill Sans"/>
          <a:sym typeface="Gill Sans"/>
        </a:defRPr>
      </a:lvl9pPr>
    </p:bodyStyle>
    <p:otherStyle>
      <a:lvl1pPr marL="0" marR="0" indent="0" algn="l" defTabSz="914400" rtl="0" latinLnBrk="0">
        <a:lnSpc>
          <a:spcPct val="100000"/>
        </a:lnSpc>
        <a:spcBef>
          <a:spcPts val="0"/>
        </a:spcBef>
        <a:spcAft>
          <a:spcPts val="0"/>
        </a:spcAft>
        <a:buClrTx/>
        <a:buSzTx/>
        <a:buFontTx/>
        <a:buNone/>
        <a:defRPr sz="1400" b="0" i="0" u="none" strike="noStrike" cap="none" spc="0" baseline="0">
          <a:solidFill>
            <a:schemeClr val="tx1"/>
          </a:solidFill>
          <a:uFillTx/>
          <a:latin typeface="+mn-lt"/>
          <a:ea typeface="+mn-ea"/>
          <a:cs typeface="+mn-cs"/>
          <a:sym typeface="Gill Sans"/>
        </a:defRPr>
      </a:lvl1pPr>
      <a:lvl2pPr marL="0" marR="0" indent="0" algn="l" defTabSz="914400" rtl="0" latinLnBrk="0">
        <a:lnSpc>
          <a:spcPct val="100000"/>
        </a:lnSpc>
        <a:spcBef>
          <a:spcPts val="0"/>
        </a:spcBef>
        <a:spcAft>
          <a:spcPts val="0"/>
        </a:spcAft>
        <a:buClrTx/>
        <a:buSzTx/>
        <a:buFontTx/>
        <a:buNone/>
        <a:defRPr sz="1400" b="0" i="0" u="none" strike="noStrike" cap="none" spc="0" baseline="0">
          <a:solidFill>
            <a:schemeClr val="tx1"/>
          </a:solidFill>
          <a:uFillTx/>
          <a:latin typeface="+mn-lt"/>
          <a:ea typeface="+mn-ea"/>
          <a:cs typeface="+mn-cs"/>
          <a:sym typeface="Gill Sans"/>
        </a:defRPr>
      </a:lvl2pPr>
      <a:lvl3pPr marL="0" marR="0" indent="0" algn="l" defTabSz="914400" rtl="0" latinLnBrk="0">
        <a:lnSpc>
          <a:spcPct val="100000"/>
        </a:lnSpc>
        <a:spcBef>
          <a:spcPts val="0"/>
        </a:spcBef>
        <a:spcAft>
          <a:spcPts val="0"/>
        </a:spcAft>
        <a:buClrTx/>
        <a:buSzTx/>
        <a:buFontTx/>
        <a:buNone/>
        <a:defRPr sz="1400" b="0" i="0" u="none" strike="noStrike" cap="none" spc="0" baseline="0">
          <a:solidFill>
            <a:schemeClr val="tx1"/>
          </a:solidFill>
          <a:uFillTx/>
          <a:latin typeface="+mn-lt"/>
          <a:ea typeface="+mn-ea"/>
          <a:cs typeface="+mn-cs"/>
          <a:sym typeface="Gill Sans"/>
        </a:defRPr>
      </a:lvl3pPr>
      <a:lvl4pPr marL="0" marR="0" indent="0" algn="l" defTabSz="914400" rtl="0" latinLnBrk="0">
        <a:lnSpc>
          <a:spcPct val="100000"/>
        </a:lnSpc>
        <a:spcBef>
          <a:spcPts val="0"/>
        </a:spcBef>
        <a:spcAft>
          <a:spcPts val="0"/>
        </a:spcAft>
        <a:buClrTx/>
        <a:buSzTx/>
        <a:buFontTx/>
        <a:buNone/>
        <a:defRPr sz="1400" b="0" i="0" u="none" strike="noStrike" cap="none" spc="0" baseline="0">
          <a:solidFill>
            <a:schemeClr val="tx1"/>
          </a:solidFill>
          <a:uFillTx/>
          <a:latin typeface="+mn-lt"/>
          <a:ea typeface="+mn-ea"/>
          <a:cs typeface="+mn-cs"/>
          <a:sym typeface="Gill Sans"/>
        </a:defRPr>
      </a:lvl4pPr>
      <a:lvl5pPr marL="0" marR="0" indent="0" algn="l" defTabSz="914400" rtl="0" latinLnBrk="0">
        <a:lnSpc>
          <a:spcPct val="100000"/>
        </a:lnSpc>
        <a:spcBef>
          <a:spcPts val="0"/>
        </a:spcBef>
        <a:spcAft>
          <a:spcPts val="0"/>
        </a:spcAft>
        <a:buClrTx/>
        <a:buSzTx/>
        <a:buFontTx/>
        <a:buNone/>
        <a:defRPr sz="1400" b="0" i="0" u="none" strike="noStrike" cap="none" spc="0" baseline="0">
          <a:solidFill>
            <a:schemeClr val="tx1"/>
          </a:solidFill>
          <a:uFillTx/>
          <a:latin typeface="+mn-lt"/>
          <a:ea typeface="+mn-ea"/>
          <a:cs typeface="+mn-cs"/>
          <a:sym typeface="Gill Sans"/>
        </a:defRPr>
      </a:lvl5pPr>
      <a:lvl6pPr marL="0" marR="0" indent="0" algn="l" defTabSz="914400" rtl="0" latinLnBrk="0">
        <a:lnSpc>
          <a:spcPct val="100000"/>
        </a:lnSpc>
        <a:spcBef>
          <a:spcPts val="0"/>
        </a:spcBef>
        <a:spcAft>
          <a:spcPts val="0"/>
        </a:spcAft>
        <a:buClrTx/>
        <a:buSzTx/>
        <a:buFontTx/>
        <a:buNone/>
        <a:defRPr sz="1400" b="0" i="0" u="none" strike="noStrike" cap="none" spc="0" baseline="0">
          <a:solidFill>
            <a:schemeClr val="tx1"/>
          </a:solidFill>
          <a:uFillTx/>
          <a:latin typeface="+mn-lt"/>
          <a:ea typeface="+mn-ea"/>
          <a:cs typeface="+mn-cs"/>
          <a:sym typeface="Gill Sans"/>
        </a:defRPr>
      </a:lvl6pPr>
      <a:lvl7pPr marL="0" marR="0" indent="0" algn="l" defTabSz="914400" rtl="0" latinLnBrk="0">
        <a:lnSpc>
          <a:spcPct val="100000"/>
        </a:lnSpc>
        <a:spcBef>
          <a:spcPts val="0"/>
        </a:spcBef>
        <a:spcAft>
          <a:spcPts val="0"/>
        </a:spcAft>
        <a:buClrTx/>
        <a:buSzTx/>
        <a:buFontTx/>
        <a:buNone/>
        <a:defRPr sz="1400" b="0" i="0" u="none" strike="noStrike" cap="none" spc="0" baseline="0">
          <a:solidFill>
            <a:schemeClr val="tx1"/>
          </a:solidFill>
          <a:uFillTx/>
          <a:latin typeface="+mn-lt"/>
          <a:ea typeface="+mn-ea"/>
          <a:cs typeface="+mn-cs"/>
          <a:sym typeface="Gill Sans"/>
        </a:defRPr>
      </a:lvl7pPr>
      <a:lvl8pPr marL="0" marR="0" indent="0" algn="l" defTabSz="914400" rtl="0" latinLnBrk="0">
        <a:lnSpc>
          <a:spcPct val="100000"/>
        </a:lnSpc>
        <a:spcBef>
          <a:spcPts val="0"/>
        </a:spcBef>
        <a:spcAft>
          <a:spcPts val="0"/>
        </a:spcAft>
        <a:buClrTx/>
        <a:buSzTx/>
        <a:buFontTx/>
        <a:buNone/>
        <a:defRPr sz="1400" b="0" i="0" u="none" strike="noStrike" cap="none" spc="0" baseline="0">
          <a:solidFill>
            <a:schemeClr val="tx1"/>
          </a:solidFill>
          <a:uFillTx/>
          <a:latin typeface="+mn-lt"/>
          <a:ea typeface="+mn-ea"/>
          <a:cs typeface="+mn-cs"/>
          <a:sym typeface="Gill Sans"/>
        </a:defRPr>
      </a:lvl8pPr>
      <a:lvl9pPr marL="0" marR="0" indent="0" algn="l" defTabSz="914400" rtl="0" latinLnBrk="0">
        <a:lnSpc>
          <a:spcPct val="100000"/>
        </a:lnSpc>
        <a:spcBef>
          <a:spcPts val="0"/>
        </a:spcBef>
        <a:spcAft>
          <a:spcPts val="0"/>
        </a:spcAft>
        <a:buClrTx/>
        <a:buSzTx/>
        <a:buFontTx/>
        <a:buNone/>
        <a:defRPr sz="1400" b="0" i="0" u="none" strike="noStrike" cap="none" spc="0" baseline="0">
          <a:solidFill>
            <a:schemeClr val="tx1"/>
          </a:solidFill>
          <a:uFillTx/>
          <a:latin typeface="+mn-lt"/>
          <a:ea typeface="+mn-ea"/>
          <a:cs typeface="+mn-cs"/>
          <a:sym typeface="Gill San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109;p1"/>
          <p:cNvSpPr txBox="1"/>
          <p:nvPr>
            <p:ph type="title"/>
          </p:nvPr>
        </p:nvSpPr>
        <p:spPr>
          <a:xfrm>
            <a:off x="0" y="1"/>
            <a:ext cx="9144000" cy="877230"/>
          </a:xfrm>
          <a:prstGeom prst="rect">
            <a:avLst/>
          </a:prstGeom>
          <a:solidFill>
            <a:srgbClr val="93B9C3"/>
          </a:solidFill>
          <a:ln w="9525">
            <a:solidFill>
              <a:srgbClr val="000000"/>
            </a:solidFill>
            <a:round/>
          </a:ln>
        </p:spPr>
        <p:txBody>
          <a:bodyPr/>
          <a:lstStyle/>
          <a:p>
            <a:pPr algn="ctr">
              <a:defRPr sz="2500" b="1">
                <a:solidFill>
                  <a:srgbClr val="000000"/>
                </a:solidFill>
                <a:latin typeface="Times New Roman" panose="02020603050405020304"/>
                <a:ea typeface="Times New Roman" panose="02020603050405020304"/>
                <a:cs typeface="Times New Roman" panose="02020603050405020304"/>
                <a:sym typeface="Times New Roman" panose="02020603050405020304"/>
              </a:defRPr>
            </a:pPr>
            <a:r>
              <a:t>CGB1201 – JAVA PROGRAMMING</a:t>
            </a:r>
            <a:br/>
            <a:r>
              <a:t>END SEMESTER REVIEW</a:t>
            </a:r>
          </a:p>
        </p:txBody>
      </p:sp>
      <p:sp>
        <p:nvSpPr>
          <p:cNvPr id="137" name="Google Shape;110;p1"/>
          <p:cNvSpPr txBox="1"/>
          <p:nvPr/>
        </p:nvSpPr>
        <p:spPr>
          <a:xfrm>
            <a:off x="1158694" y="858777"/>
            <a:ext cx="6957466" cy="3846830"/>
          </a:xfrm>
          <a:prstGeom prst="rect">
            <a:avLst/>
          </a:prstGeom>
          <a:ln w="12700">
            <a:miter lim="400000"/>
          </a:ln>
        </p:spPr>
        <p:txBody>
          <a:bodyPr lIns="0" tIns="0" rIns="0" bIns="0" anchor="b">
            <a:spAutoFit/>
          </a:bodyPr>
          <a:lstStyle/>
          <a:p>
            <a:pPr algn="ctr">
              <a:defRPr sz="2500" b="1">
                <a:latin typeface="Times New Roman" panose="02020603050405020304"/>
                <a:ea typeface="Times New Roman" panose="02020603050405020304"/>
                <a:cs typeface="Times New Roman" panose="02020603050405020304"/>
                <a:sym typeface="Times New Roman" panose="02020603050405020304"/>
              </a:defRPr>
            </a:pPr>
            <a:r>
              <a:rPr lang="en-US" altLang="en-US"/>
              <a:t>Department of Electrical and Electronics Engineering</a:t>
            </a:r>
            <a:endParaRPr lang="en-US" altLang="en-US"/>
          </a:p>
          <a:p>
            <a:pPr algn="ctr">
              <a:defRPr sz="2500" b="1">
                <a:latin typeface="Times New Roman" panose="02020603050405020304"/>
                <a:ea typeface="Times New Roman" panose="02020603050405020304"/>
                <a:cs typeface="Times New Roman" panose="02020603050405020304"/>
                <a:sym typeface="Times New Roman" panose="02020603050405020304"/>
              </a:defRPr>
            </a:pPr>
            <a:r>
              <a:t>Academic Year: 2025 – 2026 (Odd Semester)</a:t>
            </a:r>
          </a:p>
          <a:p>
            <a:pPr algn="ctr">
              <a:defRPr sz="2500" b="1">
                <a:latin typeface="Times New Roman" panose="02020603050405020304"/>
                <a:ea typeface="Times New Roman" panose="02020603050405020304"/>
                <a:cs typeface="Times New Roman" panose="02020603050405020304"/>
                <a:sym typeface="Times New Roman" panose="02020603050405020304"/>
              </a:defRPr>
            </a:pPr>
          </a:p>
          <a:p>
            <a:pPr>
              <a:defRPr sz="2500" b="1">
                <a:latin typeface="Times New Roman" panose="02020603050405020304"/>
                <a:ea typeface="Times New Roman" panose="02020603050405020304"/>
                <a:cs typeface="Times New Roman" panose="02020603050405020304"/>
                <a:sym typeface="Times New Roman" panose="02020603050405020304"/>
              </a:defRPr>
            </a:pPr>
            <a:r>
              <a:t>Register Number	:   927624B</a:t>
            </a:r>
            <a:r>
              <a:rPr lang="en-US"/>
              <a:t>EE088</a:t>
            </a:r>
          </a:p>
          <a:p>
            <a:pPr>
              <a:defRPr sz="2500" b="1">
                <a:latin typeface="Times New Roman" panose="02020603050405020304"/>
                <a:ea typeface="Times New Roman" panose="02020603050405020304"/>
                <a:cs typeface="Times New Roman" panose="02020603050405020304"/>
                <a:sym typeface="Times New Roman" panose="02020603050405020304"/>
              </a:defRPr>
            </a:pPr>
            <a:r>
              <a:t>Name	                       :    </a:t>
            </a:r>
            <a:r>
              <a:rPr lang="en-US"/>
              <a:t>SHAMEEM I</a:t>
            </a:r>
          </a:p>
          <a:p>
            <a:pPr>
              <a:defRPr sz="2500" b="1">
                <a:latin typeface="Times New Roman" panose="02020603050405020304"/>
                <a:ea typeface="Times New Roman" panose="02020603050405020304"/>
                <a:cs typeface="Times New Roman" panose="02020603050405020304"/>
                <a:sym typeface="Times New Roman" panose="02020603050405020304"/>
              </a:defRPr>
            </a:pPr>
            <a:r>
              <a:t>Year			:    </a:t>
            </a:r>
            <a:r>
              <a:rPr lang="en-US"/>
              <a:t>II</a:t>
            </a:r>
          </a:p>
          <a:p>
            <a:pPr>
              <a:defRPr sz="2500" b="1">
                <a:latin typeface="Times New Roman" panose="02020603050405020304"/>
                <a:ea typeface="Times New Roman" panose="02020603050405020304"/>
                <a:cs typeface="Times New Roman" panose="02020603050405020304"/>
                <a:sym typeface="Times New Roman" panose="02020603050405020304"/>
              </a:defRPr>
            </a:pPr>
            <a:r>
              <a:t>Semester		:    III</a:t>
            </a:r>
          </a:p>
          <a:p>
            <a:pPr>
              <a:defRPr sz="2500" b="1">
                <a:latin typeface="Times New Roman" panose="02020603050405020304"/>
                <a:ea typeface="Times New Roman" panose="02020603050405020304"/>
                <a:cs typeface="Times New Roman" panose="02020603050405020304"/>
                <a:sym typeface="Times New Roman" panose="02020603050405020304"/>
              </a:defRPr>
            </a:pPr>
            <a:r>
              <a:t>Section		:    </a:t>
            </a:r>
            <a:r>
              <a:rPr lang="en-US"/>
              <a:t>EEE-B</a:t>
            </a:r>
          </a:p>
          <a:p>
            <a:pPr>
              <a:defRPr sz="2500" b="1">
                <a:latin typeface="Times New Roman" panose="02020603050405020304"/>
                <a:ea typeface="Times New Roman" panose="02020603050405020304"/>
                <a:cs typeface="Times New Roman" panose="02020603050405020304"/>
                <a:sym typeface="Times New Roman" panose="02020603050405020304"/>
              </a:defRPr>
            </a:pPr>
            <a:r>
              <a:t>Date			:   13.12.2025</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Google Shape;116;p2"/>
          <p:cNvSpPr txBox="1"/>
          <p:nvPr/>
        </p:nvSpPr>
        <p:spPr>
          <a:xfrm>
            <a:off x="2155811" y="4776849"/>
            <a:ext cx="4832378" cy="275427"/>
          </a:xfrm>
          <a:prstGeom prst="rect">
            <a:avLst/>
          </a:prstGeom>
          <a:ln w="12700">
            <a:miter lim="400000"/>
          </a:ln>
        </p:spPr>
        <p:txBody>
          <a:bodyPr lIns="45699" tIns="45699" rIns="45699" bIns="45699">
            <a:spAutoFit/>
          </a:bodyPr>
          <a:lstStyle>
            <a:lvl1pPr algn="r">
              <a:defRPr sz="1200">
                <a:solidFill>
                  <a:srgbClr val="464653"/>
                </a:solidFill>
                <a:latin typeface="Times New Roman" panose="02020603050405020304"/>
                <a:ea typeface="Times New Roman" panose="02020603050405020304"/>
                <a:cs typeface="Times New Roman" panose="02020603050405020304"/>
                <a:sym typeface="Times New Roman" panose="02020603050405020304"/>
              </a:defRPr>
            </a:lvl1pPr>
          </a:lstStyle>
          <a:p>
            <a:r>
              <a:t>CGB1201 – JAVA PROGRAMMING – END SEMESTER REVIEW </a:t>
            </a:r>
          </a:p>
        </p:txBody>
      </p:sp>
      <p:sp>
        <p:nvSpPr>
          <p:cNvPr id="140" name="Google Shape;115;p2"/>
          <p:cNvSpPr txBox="1"/>
          <p:nvPr>
            <p:ph type="title"/>
          </p:nvPr>
        </p:nvSpPr>
        <p:spPr>
          <a:xfrm>
            <a:off x="457199" y="349230"/>
            <a:ext cx="8229601" cy="685801"/>
          </a:xfrm>
          <a:prstGeom prst="rect">
            <a:avLst/>
          </a:prstGeom>
          <a:solidFill>
            <a:srgbClr val="93B9C3"/>
          </a:solidFill>
        </p:spPr>
        <p:txBody>
          <a:bodyPr/>
          <a:lstStyle>
            <a:lvl1pPr algn="ctr">
              <a:defRPr sz="3600" b="1">
                <a:solidFill>
                  <a:srgbClr val="000000"/>
                </a:solidFill>
                <a:latin typeface="Times New Roman" panose="02020603050405020304"/>
                <a:ea typeface="Times New Roman" panose="02020603050405020304"/>
                <a:cs typeface="Times New Roman" panose="02020603050405020304"/>
                <a:sym typeface="Times New Roman" panose="02020603050405020304"/>
              </a:defRPr>
            </a:lvl1pPr>
          </a:lstStyle>
          <a:p>
            <a:r>
              <a:t>TITLE</a:t>
            </a:r>
          </a:p>
        </p:txBody>
      </p:sp>
      <p:sp>
        <p:nvSpPr>
          <p:cNvPr id="141" name="Google Shape;117;p2"/>
          <p:cNvSpPr txBox="1"/>
          <p:nvPr>
            <p:ph type="sldNum" sz="quarter" idx="2"/>
          </p:nvPr>
        </p:nvSpPr>
        <p:spPr>
          <a:xfrm>
            <a:off x="612648" y="4767262"/>
            <a:ext cx="193001" cy="294601"/>
          </a:xfrm>
          <a:prstGeom prst="rect">
            <a:avLst/>
          </a:prstGeom>
        </p:spPr>
        <p:txBody>
          <a:bodyPr/>
          <a:lstStyle/>
          <a:p>
            <a:fld id="{86CB4B4D-7CA3-9044-876B-883B54F8677D}" type="slidenum">
              <a:rPr/>
            </a:fld>
            <a:endParaRPr/>
          </a:p>
        </p:txBody>
      </p:sp>
      <p:sp>
        <p:nvSpPr>
          <p:cNvPr id="142" name="Google Shape;118;p2"/>
          <p:cNvSpPr txBox="1"/>
          <p:nvPr/>
        </p:nvSpPr>
        <p:spPr>
          <a:xfrm>
            <a:off x="612653" y="2615418"/>
            <a:ext cx="7681001" cy="391295"/>
          </a:xfrm>
          <a:prstGeom prst="rect">
            <a:avLst/>
          </a:prstGeom>
          <a:ln w="12700">
            <a:miter lim="400000"/>
          </a:ln>
        </p:spPr>
        <p:txBody>
          <a:bodyPr lIns="0" tIns="0" rIns="0" bIns="0" anchor="b">
            <a:spAutoFit/>
          </a:bodyPr>
          <a:lstStyle>
            <a:lvl1pPr algn="ctr">
              <a:defRPr sz="2800" b="1">
                <a:solidFill>
                  <a:srgbClr val="414141"/>
                </a:solidFill>
                <a:latin typeface="Times New Roman" panose="02020603050405020304"/>
                <a:ea typeface="Times New Roman" panose="02020603050405020304"/>
                <a:cs typeface="Times New Roman" panose="02020603050405020304"/>
                <a:sym typeface="Times New Roman" panose="02020603050405020304"/>
              </a:defRPr>
            </a:lvl1pPr>
          </a:lstStyle>
          <a:p>
            <a:r>
              <a:t>ONLINE AUCTION SYSTEM</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Google Shape;125;p3"/>
          <p:cNvSpPr txBox="1"/>
          <p:nvPr/>
        </p:nvSpPr>
        <p:spPr>
          <a:xfrm>
            <a:off x="2327191" y="4810435"/>
            <a:ext cx="4898012" cy="465927"/>
          </a:xfrm>
          <a:prstGeom prst="rect">
            <a:avLst/>
          </a:prstGeom>
          <a:ln w="12700">
            <a:miter lim="400000"/>
          </a:ln>
        </p:spPr>
        <p:txBody>
          <a:bodyPr lIns="45699" tIns="45699" rIns="45699" bIns="45699">
            <a:spAutoFit/>
          </a:bodyPr>
          <a:lstStyle>
            <a:lvl1pPr algn="ctr">
              <a:defRPr sz="1200">
                <a:solidFill>
                  <a:srgbClr val="464653"/>
                </a:solidFill>
                <a:latin typeface="Times New Roman" panose="02020603050405020304"/>
                <a:ea typeface="Times New Roman" panose="02020603050405020304"/>
                <a:cs typeface="Times New Roman" panose="02020603050405020304"/>
                <a:sym typeface="Times New Roman" panose="02020603050405020304"/>
              </a:defRPr>
            </a:lvl1pPr>
          </a:lstStyle>
          <a:p>
            <a:r>
              <a:t>CGB1201 – JAVA PROGRAMMING – END SEMESTER REVIEW </a:t>
            </a:r>
          </a:p>
        </p:txBody>
      </p:sp>
      <p:sp>
        <p:nvSpPr>
          <p:cNvPr id="145" name="Google Shape;124;p3"/>
          <p:cNvSpPr txBox="1"/>
          <p:nvPr>
            <p:ph type="title"/>
          </p:nvPr>
        </p:nvSpPr>
        <p:spPr>
          <a:xfrm>
            <a:off x="457200" y="209550"/>
            <a:ext cx="8229600" cy="609600"/>
          </a:xfrm>
          <a:prstGeom prst="rect">
            <a:avLst/>
          </a:prstGeom>
          <a:solidFill>
            <a:srgbClr val="93B9C3"/>
          </a:solidFill>
        </p:spPr>
        <p:txBody>
          <a:bodyPr/>
          <a:lstStyle/>
          <a:p>
            <a:pPr algn="ctr">
              <a:defRPr b="1">
                <a:solidFill>
                  <a:srgbClr val="000000"/>
                </a:solidFill>
                <a:latin typeface="Times New Roman" panose="02020603050405020304"/>
                <a:ea typeface="Times New Roman" panose="02020603050405020304"/>
                <a:cs typeface="Times New Roman" panose="02020603050405020304"/>
                <a:sym typeface="Times New Roman" panose="02020603050405020304"/>
              </a:defRPr>
            </a:pPr>
            <a:r>
              <a:t>Abstract</a:t>
            </a:r>
            <a:r>
              <a:rPr b="0"/>
              <a:t> </a:t>
            </a:r>
            <a:endParaRPr b="0"/>
          </a:p>
        </p:txBody>
      </p:sp>
      <p:sp>
        <p:nvSpPr>
          <p:cNvPr id="146" name="Google Shape;126;p3"/>
          <p:cNvSpPr txBox="1"/>
          <p:nvPr>
            <p:ph type="sldNum" sz="quarter" idx="2"/>
          </p:nvPr>
        </p:nvSpPr>
        <p:spPr>
          <a:xfrm>
            <a:off x="612648" y="4767262"/>
            <a:ext cx="193001" cy="294601"/>
          </a:xfrm>
          <a:prstGeom prst="rect">
            <a:avLst/>
          </a:prstGeom>
        </p:spPr>
        <p:txBody>
          <a:bodyPr/>
          <a:lstStyle/>
          <a:p>
            <a:fld id="{86CB4B4D-7CA3-9044-876B-883B54F8677D}" type="slidenum">
              <a:rPr/>
            </a:fld>
            <a:endParaRPr/>
          </a:p>
        </p:txBody>
      </p:sp>
      <p:sp>
        <p:nvSpPr>
          <p:cNvPr id="147" name="Google Shape;127;p3"/>
          <p:cNvSpPr txBox="1"/>
          <p:nvPr>
            <p:ph type="body" idx="1"/>
          </p:nvPr>
        </p:nvSpPr>
        <p:spPr>
          <a:xfrm>
            <a:off x="457200" y="1341524"/>
            <a:ext cx="8229600" cy="3181201"/>
          </a:xfrm>
          <a:prstGeom prst="rect">
            <a:avLst/>
          </a:prstGeom>
        </p:spPr>
        <p:txBody>
          <a:bodyPr/>
          <a:lstStyle>
            <a:lvl1pPr marL="142875" indent="-12065" algn="just">
              <a:lnSpc>
                <a:spcPct val="150000"/>
              </a:lnSpc>
              <a:spcBef>
                <a:spcPts val="0"/>
              </a:spcBef>
              <a:buSzTx/>
              <a:buNone/>
              <a:defRPr sz="1600">
                <a:latin typeface="Times New Roman" panose="02020603050405020304"/>
                <a:ea typeface="Times New Roman" panose="02020603050405020304"/>
                <a:cs typeface="Times New Roman" panose="02020603050405020304"/>
                <a:sym typeface="Times New Roman" panose="02020603050405020304"/>
              </a:defRPr>
            </a:lvl1pPr>
          </a:lstStyle>
          <a:p>
            <a:r>
              <a:t>  The Online Auction System is a Java-based web application that allows users to buy and sell products through real-time online bidding. It offers a secure and user-friendly platform where sellers can list items and set auction details, while buyers can place bids and track auctions live. The system features automated auction timing, bid validation, winner selection, and an admin dashboard for managing users and auctions. Built with Java, JSP, and MySQL, it ensures efficient auction management, transparency, and convenience for all users.</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Google Shape;133;p4"/>
          <p:cNvSpPr txBox="1"/>
          <p:nvPr/>
        </p:nvSpPr>
        <p:spPr>
          <a:xfrm>
            <a:off x="2367558" y="4758010"/>
            <a:ext cx="4637484" cy="275427"/>
          </a:xfrm>
          <a:prstGeom prst="rect">
            <a:avLst/>
          </a:prstGeom>
          <a:ln w="12700">
            <a:miter lim="400000"/>
          </a:ln>
        </p:spPr>
        <p:txBody>
          <a:bodyPr lIns="45699" tIns="45699" rIns="45699" bIns="45699">
            <a:spAutoFit/>
          </a:bodyPr>
          <a:lstStyle>
            <a:lvl1pPr algn="ctr">
              <a:defRPr sz="1200">
                <a:solidFill>
                  <a:srgbClr val="464653"/>
                </a:solidFill>
                <a:latin typeface="Times New Roman" panose="02020603050405020304"/>
                <a:ea typeface="Times New Roman" panose="02020603050405020304"/>
                <a:cs typeface="Times New Roman" panose="02020603050405020304"/>
                <a:sym typeface="Times New Roman" panose="02020603050405020304"/>
              </a:defRPr>
            </a:lvl1pPr>
          </a:lstStyle>
          <a:p>
            <a:r>
              <a:t>CGB1201 – JAVA PROGRAMMING – END SEMESTER REVIEW </a:t>
            </a:r>
          </a:p>
        </p:txBody>
      </p:sp>
      <p:sp>
        <p:nvSpPr>
          <p:cNvPr id="150" name="Google Shape;132;p4"/>
          <p:cNvSpPr txBox="1"/>
          <p:nvPr>
            <p:ph type="title"/>
          </p:nvPr>
        </p:nvSpPr>
        <p:spPr>
          <a:xfrm>
            <a:off x="685800" y="171450"/>
            <a:ext cx="8001000" cy="495300"/>
          </a:xfrm>
          <a:prstGeom prst="rect">
            <a:avLst/>
          </a:prstGeom>
          <a:solidFill>
            <a:srgbClr val="93B9C3"/>
          </a:solidFill>
        </p:spPr>
        <p:txBody>
          <a:bodyPr/>
          <a:lstStyle>
            <a:lvl1pPr algn="ctr" defTabSz="841375">
              <a:defRPr sz="2945" b="1">
                <a:solidFill>
                  <a:srgbClr val="000000"/>
                </a:solidFill>
                <a:latin typeface="Times New Roman" panose="02020603050405020304"/>
                <a:ea typeface="Times New Roman" panose="02020603050405020304"/>
                <a:cs typeface="Times New Roman" panose="02020603050405020304"/>
                <a:sym typeface="Times New Roman" panose="02020603050405020304"/>
              </a:defRPr>
            </a:lvl1pPr>
          </a:lstStyle>
          <a:p>
            <a:r>
              <a:t>Abstract with CO/PO Mapping</a:t>
            </a:r>
          </a:p>
        </p:txBody>
      </p:sp>
      <p:sp>
        <p:nvSpPr>
          <p:cNvPr id="151" name="Google Shape;134;p4"/>
          <p:cNvSpPr txBox="1"/>
          <p:nvPr>
            <p:ph type="sldNum" sz="quarter" idx="2"/>
          </p:nvPr>
        </p:nvSpPr>
        <p:spPr>
          <a:xfrm>
            <a:off x="612648" y="4767262"/>
            <a:ext cx="193001" cy="294601"/>
          </a:xfrm>
          <a:prstGeom prst="rect">
            <a:avLst/>
          </a:prstGeom>
        </p:spPr>
        <p:txBody>
          <a:bodyPr/>
          <a:lstStyle/>
          <a:p>
            <a:fld id="{86CB4B4D-7CA3-9044-876B-883B54F8677D}" type="slidenum">
              <a:rPr/>
            </a:fld>
            <a:endParaRPr/>
          </a:p>
        </p:txBody>
      </p:sp>
      <p:graphicFrame>
        <p:nvGraphicFramePr>
          <p:cNvPr id="152" name="Google Shape;136;p4"/>
          <p:cNvGraphicFramePr/>
          <p:nvPr/>
        </p:nvGraphicFramePr>
        <p:xfrm>
          <a:off x="533400" y="1123950"/>
          <a:ext cx="8229576" cy="3124200"/>
        </p:xfrm>
        <a:graphic>
          <a:graphicData uri="http://schemas.openxmlformats.org/drawingml/2006/table">
            <a:tbl>
              <a:tblPr firstRow="1" bandRow="1">
                <a:tableStyleId>{4C3C2611-4C71-4FC5-86AE-919BDF0F9419}</a:tableStyleId>
              </a:tblPr>
              <a:tblGrid>
                <a:gridCol w="5768400"/>
                <a:gridCol w="846025"/>
                <a:gridCol w="922949"/>
                <a:gridCol w="692200"/>
              </a:tblGrid>
              <a:tr h="373838">
                <a:tc>
                  <a:txBody>
                    <a:bodyPr/>
                    <a:lstStyle/>
                    <a:p>
                      <a:pPr algn="ctr">
                        <a:defRPr sz="1800" b="0">
                          <a:solidFill>
                            <a:srgbClr val="000000"/>
                          </a:solidFill>
                        </a:defRPr>
                      </a:pPr>
                      <a:r>
                        <a:rPr b="1">
                          <a:latin typeface="Times New Roman" panose="02020603050405020304"/>
                          <a:ea typeface="Times New Roman" panose="02020603050405020304"/>
                          <a:cs typeface="Times New Roman" panose="02020603050405020304"/>
                          <a:sym typeface="Times New Roman" panose="02020603050405020304"/>
                        </a:rPr>
                        <a:t>Abstract</a:t>
                      </a:r>
                      <a:endParaRPr b="1">
                        <a:latin typeface="Times New Roman" panose="02020603050405020304"/>
                        <a:ea typeface="Times New Roman" panose="02020603050405020304"/>
                        <a:cs typeface="Times New Roman" panose="02020603050405020304"/>
                        <a:sym typeface="Times New Roman" panose="02020603050405020304"/>
                      </a:endParaRPr>
                    </a:p>
                  </a:txBody>
                  <a:tcPr marL="45725" marR="45725" marT="45725" marB="45725" anchor="t" anchorCtr="0" horzOverflow="overflow">
                    <a:lnL w="12700">
                      <a:solidFill>
                        <a:srgbClr val="000000"/>
                      </a:solidFill>
                    </a:lnL>
                    <a:lnR w="12700">
                      <a:solidFill>
                        <a:srgbClr val="000000"/>
                      </a:solidFill>
                    </a:lnR>
                    <a:lnT w="12700">
                      <a:solidFill>
                        <a:srgbClr val="000000"/>
                      </a:solidFill>
                    </a:lnT>
                    <a:lnB w="38100">
                      <a:solidFill>
                        <a:srgbClr val="000000"/>
                      </a:solidFill>
                    </a:lnB>
                    <a:noFill/>
                  </a:tcPr>
                </a:tc>
                <a:tc>
                  <a:txBody>
                    <a:bodyPr/>
                    <a:lstStyle/>
                    <a:p>
                      <a:pPr algn="ctr">
                        <a:defRPr sz="1800" b="0">
                          <a:solidFill>
                            <a:srgbClr val="000000"/>
                          </a:solidFill>
                        </a:defRPr>
                      </a:pPr>
                      <a:r>
                        <a:rPr b="1">
                          <a:latin typeface="Times New Roman" panose="02020603050405020304"/>
                          <a:ea typeface="Times New Roman" panose="02020603050405020304"/>
                          <a:cs typeface="Times New Roman" panose="02020603050405020304"/>
                          <a:sym typeface="Times New Roman" panose="02020603050405020304"/>
                        </a:rPr>
                        <a:t>CO</a:t>
                      </a:r>
                      <a:endParaRPr b="1">
                        <a:latin typeface="Times New Roman" panose="02020603050405020304"/>
                        <a:ea typeface="Times New Roman" panose="02020603050405020304"/>
                        <a:cs typeface="Times New Roman" panose="02020603050405020304"/>
                        <a:sym typeface="Times New Roman" panose="02020603050405020304"/>
                      </a:endParaRPr>
                    </a:p>
                  </a:txBody>
                  <a:tcPr marL="45725" marR="45725" marT="45725" marB="45725" anchor="t" anchorCtr="0" horzOverflow="overflow">
                    <a:lnL w="12700">
                      <a:solidFill>
                        <a:srgbClr val="000000"/>
                      </a:solidFill>
                    </a:lnL>
                    <a:lnR w="12700">
                      <a:solidFill>
                        <a:srgbClr val="000000"/>
                      </a:solidFill>
                    </a:lnR>
                    <a:lnT w="12700">
                      <a:solidFill>
                        <a:srgbClr val="000000"/>
                      </a:solidFill>
                    </a:lnT>
                    <a:lnB w="38100">
                      <a:solidFill>
                        <a:srgbClr val="000000"/>
                      </a:solidFill>
                    </a:lnB>
                    <a:noFill/>
                  </a:tcPr>
                </a:tc>
                <a:tc>
                  <a:txBody>
                    <a:bodyPr/>
                    <a:lstStyle/>
                    <a:p>
                      <a:pPr algn="ctr">
                        <a:defRPr sz="1800" b="0">
                          <a:solidFill>
                            <a:srgbClr val="000000"/>
                          </a:solidFill>
                        </a:defRPr>
                      </a:pPr>
                      <a:r>
                        <a:rPr b="1">
                          <a:latin typeface="Times New Roman" panose="02020603050405020304"/>
                          <a:ea typeface="Times New Roman" panose="02020603050405020304"/>
                          <a:cs typeface="Times New Roman" panose="02020603050405020304"/>
                          <a:sym typeface="Times New Roman" panose="02020603050405020304"/>
                        </a:rPr>
                        <a:t>POs</a:t>
                      </a:r>
                      <a:endParaRPr b="1">
                        <a:latin typeface="Times New Roman" panose="02020603050405020304"/>
                        <a:ea typeface="Times New Roman" panose="02020603050405020304"/>
                        <a:cs typeface="Times New Roman" panose="02020603050405020304"/>
                        <a:sym typeface="Times New Roman" panose="02020603050405020304"/>
                      </a:endParaRPr>
                    </a:p>
                  </a:txBody>
                  <a:tcPr marL="45725" marR="45725" marT="45725" marB="45725" anchor="t" anchorCtr="0" horzOverflow="overflow">
                    <a:lnL w="12700">
                      <a:solidFill>
                        <a:srgbClr val="000000"/>
                      </a:solidFill>
                    </a:lnL>
                    <a:lnR w="12700">
                      <a:solidFill>
                        <a:srgbClr val="000000"/>
                      </a:solidFill>
                    </a:lnR>
                    <a:lnT w="12700">
                      <a:solidFill>
                        <a:srgbClr val="000000"/>
                      </a:solidFill>
                    </a:lnT>
                    <a:lnB w="38100">
                      <a:solidFill>
                        <a:srgbClr val="000000"/>
                      </a:solidFill>
                    </a:lnB>
                    <a:noFill/>
                  </a:tcPr>
                </a:tc>
                <a:tc>
                  <a:txBody>
                    <a:bodyPr/>
                    <a:lstStyle/>
                    <a:p>
                      <a:pPr algn="ctr">
                        <a:defRPr sz="1800" b="0">
                          <a:solidFill>
                            <a:srgbClr val="000000"/>
                          </a:solidFill>
                        </a:defRPr>
                      </a:pPr>
                      <a:r>
                        <a:rPr b="1">
                          <a:latin typeface="Times New Roman" panose="02020603050405020304"/>
                          <a:ea typeface="Times New Roman" panose="02020603050405020304"/>
                          <a:cs typeface="Times New Roman" panose="02020603050405020304"/>
                          <a:sym typeface="Times New Roman" panose="02020603050405020304"/>
                        </a:rPr>
                        <a:t>PSO</a:t>
                      </a:r>
                      <a:endParaRPr b="1">
                        <a:latin typeface="Times New Roman" panose="02020603050405020304"/>
                        <a:ea typeface="Times New Roman" panose="02020603050405020304"/>
                        <a:cs typeface="Times New Roman" panose="02020603050405020304"/>
                        <a:sym typeface="Times New Roman" panose="02020603050405020304"/>
                      </a:endParaRPr>
                    </a:p>
                  </a:txBody>
                  <a:tcPr marL="45725" marR="45725" marT="45725" marB="45725" anchor="t" anchorCtr="0" horzOverflow="overflow">
                    <a:lnL w="12700">
                      <a:solidFill>
                        <a:srgbClr val="000000"/>
                      </a:solidFill>
                    </a:lnL>
                    <a:lnR w="12700">
                      <a:solidFill>
                        <a:srgbClr val="000000"/>
                      </a:solidFill>
                    </a:lnR>
                    <a:lnT w="12700">
                      <a:solidFill>
                        <a:srgbClr val="000000"/>
                      </a:solidFill>
                    </a:lnT>
                    <a:lnB w="38100">
                      <a:solidFill>
                        <a:srgbClr val="000000"/>
                      </a:solidFill>
                    </a:lnB>
                    <a:noFill/>
                  </a:tcPr>
                </a:tc>
              </a:tr>
              <a:tr h="2700950">
                <a:tc>
                  <a:txBody>
                    <a:bodyPr/>
                    <a:lstStyle/>
                    <a:p>
                      <a:pPr algn="just">
                        <a:lnSpc>
                          <a:spcPct val="150000"/>
                        </a:lnSpc>
                        <a:defRPr sz="1800"/>
                      </a:pPr>
                      <a:r>
                        <a:rPr sz="1400">
                          <a:latin typeface="Times New Roman" panose="02020603050405020304"/>
                          <a:ea typeface="Times New Roman" panose="02020603050405020304"/>
                          <a:cs typeface="Times New Roman" panose="02020603050405020304"/>
                          <a:sym typeface="Times New Roman" panose="02020603050405020304"/>
                        </a:rPr>
                        <a:t>The Online Auction System is a Java-based web application that allows users to buy and sell products through real-time online bidding. It offers a secure and user-friendly platform where sellers can list items and set auction details, while buyers can place bids and track auctions live. The system features automated auction timing, bid validation, winner selection, and an admin dashboard for managing users and auctions. Built with Java, JSP, and MySQL, it ensures efficient auction management, transparency, and convenience for all users.</a:t>
                      </a:r>
                      <a:endParaRPr sz="1400">
                        <a:latin typeface="Times New Roman" panose="02020603050405020304"/>
                        <a:ea typeface="Times New Roman" panose="02020603050405020304"/>
                        <a:cs typeface="Times New Roman" panose="02020603050405020304"/>
                        <a:sym typeface="Times New Roman" panose="02020603050405020304"/>
                      </a:endParaRPr>
                    </a:p>
                  </a:txBody>
                  <a:tcPr marL="45725" marR="45725" marT="45725" marB="45725" anchor="t" anchorCtr="0" horzOverflow="overflow">
                    <a:lnL w="12700">
                      <a:solidFill>
                        <a:srgbClr val="000000"/>
                      </a:solidFill>
                    </a:lnL>
                    <a:lnR w="12700">
                      <a:solidFill>
                        <a:srgbClr val="000000"/>
                      </a:solidFill>
                    </a:lnR>
                    <a:lnT w="38100">
                      <a:solidFill>
                        <a:srgbClr val="000000"/>
                      </a:solidFill>
                    </a:lnT>
                    <a:lnB w="12700">
                      <a:solidFill>
                        <a:srgbClr val="000000"/>
                      </a:solidFill>
                    </a:lnB>
                    <a:noFill/>
                  </a:tcPr>
                </a:tc>
                <a:tc>
                  <a:txBody>
                    <a:bodyPr/>
                    <a:lstStyle/>
                    <a:p>
                      <a:pPr algn="ctr">
                        <a:defRPr>
                          <a:latin typeface="Times New Roman" panose="02020603050405020304"/>
                          <a:ea typeface="Times New Roman" panose="02020603050405020304"/>
                          <a:cs typeface="Times New Roman" panose="02020603050405020304"/>
                          <a:sym typeface="Times New Roman" panose="02020603050405020304"/>
                        </a:defRPr>
                      </a:pPr>
                      <a:r>
                        <a:t>CO1</a:t>
                      </a:r>
                    </a:p>
                    <a:p>
                      <a:pPr algn="ctr">
                        <a:defRPr>
                          <a:latin typeface="Times New Roman" panose="02020603050405020304"/>
                          <a:ea typeface="Times New Roman" panose="02020603050405020304"/>
                          <a:cs typeface="Times New Roman" panose="02020603050405020304"/>
                          <a:sym typeface="Times New Roman" panose="02020603050405020304"/>
                        </a:defRPr>
                      </a:pPr>
                      <a:r>
                        <a:t>CO3</a:t>
                      </a:r>
                    </a:p>
                    <a:p>
                      <a:pPr algn="ctr">
                        <a:defRPr>
                          <a:latin typeface="Times New Roman" panose="02020603050405020304"/>
                          <a:ea typeface="Times New Roman" panose="02020603050405020304"/>
                          <a:cs typeface="Times New Roman" panose="02020603050405020304"/>
                          <a:sym typeface="Times New Roman" panose="02020603050405020304"/>
                        </a:defRPr>
                      </a:pPr>
                      <a:r>
                        <a:t>CO4</a:t>
                      </a:r>
                    </a:p>
                  </a:txBody>
                  <a:tcPr marL="45725" marR="45725" marT="45725" marB="45725" anchor="t" anchorCtr="0" horzOverflow="overflow">
                    <a:lnL w="12700">
                      <a:solidFill>
                        <a:srgbClr val="000000"/>
                      </a:solidFill>
                    </a:lnL>
                    <a:lnR w="12700">
                      <a:solidFill>
                        <a:srgbClr val="000000"/>
                      </a:solidFill>
                    </a:lnR>
                    <a:lnT w="38100">
                      <a:solidFill>
                        <a:srgbClr val="000000"/>
                      </a:solidFill>
                    </a:lnT>
                    <a:lnB w="12700">
                      <a:solidFill>
                        <a:srgbClr val="000000"/>
                      </a:solidFill>
                    </a:lnB>
                    <a:noFill/>
                  </a:tcPr>
                </a:tc>
                <a:tc>
                  <a:txBody>
                    <a:bodyPr/>
                    <a:lstStyle/>
                    <a:p>
                      <a:pPr algn="ctr">
                        <a:defRPr>
                          <a:latin typeface="Times New Roman" panose="02020603050405020304"/>
                          <a:ea typeface="Times New Roman" panose="02020603050405020304"/>
                          <a:cs typeface="Times New Roman" panose="02020603050405020304"/>
                          <a:sym typeface="Times New Roman" panose="02020603050405020304"/>
                        </a:defRPr>
                      </a:pPr>
                      <a:r>
                        <a:t>PO1</a:t>
                      </a:r>
                    </a:p>
                    <a:p>
                      <a:pPr algn="ctr">
                        <a:defRPr>
                          <a:latin typeface="Times New Roman" panose="02020603050405020304"/>
                          <a:ea typeface="Times New Roman" panose="02020603050405020304"/>
                          <a:cs typeface="Times New Roman" panose="02020603050405020304"/>
                          <a:sym typeface="Times New Roman" panose="02020603050405020304"/>
                        </a:defRPr>
                      </a:pPr>
                      <a:r>
                        <a:t>PO2</a:t>
                      </a:r>
                    </a:p>
                    <a:p>
                      <a:pPr algn="ctr">
                        <a:defRPr>
                          <a:latin typeface="Times New Roman" panose="02020603050405020304"/>
                          <a:ea typeface="Times New Roman" panose="02020603050405020304"/>
                          <a:cs typeface="Times New Roman" panose="02020603050405020304"/>
                          <a:sym typeface="Times New Roman" panose="02020603050405020304"/>
                        </a:defRPr>
                      </a:pPr>
                      <a:r>
                        <a:t>PO3</a:t>
                      </a:r>
                    </a:p>
                    <a:p>
                      <a:pPr algn="ctr">
                        <a:defRPr>
                          <a:latin typeface="Times New Roman" panose="02020603050405020304"/>
                          <a:ea typeface="Times New Roman" panose="02020603050405020304"/>
                          <a:cs typeface="Times New Roman" panose="02020603050405020304"/>
                          <a:sym typeface="Times New Roman" panose="02020603050405020304"/>
                        </a:defRPr>
                      </a:pPr>
                      <a:r>
                        <a:t>PO4</a:t>
                      </a:r>
                    </a:p>
                    <a:p>
                      <a:pPr algn="ctr">
                        <a:defRPr>
                          <a:latin typeface="Times New Roman" panose="02020603050405020304"/>
                          <a:ea typeface="Times New Roman" panose="02020603050405020304"/>
                          <a:cs typeface="Times New Roman" panose="02020603050405020304"/>
                          <a:sym typeface="Times New Roman" panose="02020603050405020304"/>
                        </a:defRPr>
                      </a:pPr>
                      <a:r>
                        <a:t>PO5</a:t>
                      </a:r>
                    </a:p>
                    <a:p>
                      <a:pPr algn="ctr">
                        <a:defRPr>
                          <a:latin typeface="Times New Roman" panose="02020603050405020304"/>
                          <a:ea typeface="Times New Roman" panose="02020603050405020304"/>
                          <a:cs typeface="Times New Roman" panose="02020603050405020304"/>
                          <a:sym typeface="Times New Roman" panose="02020603050405020304"/>
                        </a:defRPr>
                      </a:pPr>
                      <a:r>
                        <a:t>PO6</a:t>
                      </a:r>
                    </a:p>
                    <a:p>
                      <a:pPr algn="ctr">
                        <a:defRPr>
                          <a:latin typeface="Times New Roman" panose="02020603050405020304"/>
                          <a:ea typeface="Times New Roman" panose="02020603050405020304"/>
                          <a:cs typeface="Times New Roman" panose="02020603050405020304"/>
                          <a:sym typeface="Times New Roman" panose="02020603050405020304"/>
                        </a:defRPr>
                      </a:pPr>
                      <a:r>
                        <a:t>PO7</a:t>
                      </a:r>
                    </a:p>
                    <a:p>
                      <a:pPr algn="ctr">
                        <a:defRPr>
                          <a:latin typeface="Times New Roman" panose="02020603050405020304"/>
                          <a:ea typeface="Times New Roman" panose="02020603050405020304"/>
                          <a:cs typeface="Times New Roman" panose="02020603050405020304"/>
                          <a:sym typeface="Times New Roman" panose="02020603050405020304"/>
                        </a:defRPr>
                      </a:pPr>
                      <a:r>
                        <a:t>PO8</a:t>
                      </a:r>
                    </a:p>
                    <a:p>
                      <a:pPr algn="ctr">
                        <a:defRPr>
                          <a:latin typeface="Times New Roman" panose="02020603050405020304"/>
                          <a:ea typeface="Times New Roman" panose="02020603050405020304"/>
                          <a:cs typeface="Times New Roman" panose="02020603050405020304"/>
                          <a:sym typeface="Times New Roman" panose="02020603050405020304"/>
                        </a:defRPr>
                      </a:pPr>
                      <a:r>
                        <a:t>PO9</a:t>
                      </a:r>
                    </a:p>
                    <a:p>
                      <a:pPr algn="ctr">
                        <a:defRPr>
                          <a:latin typeface="Times New Roman" panose="02020603050405020304"/>
                          <a:ea typeface="Times New Roman" panose="02020603050405020304"/>
                          <a:cs typeface="Times New Roman" panose="02020603050405020304"/>
                          <a:sym typeface="Times New Roman" panose="02020603050405020304"/>
                        </a:defRPr>
                      </a:pPr>
                      <a:r>
                        <a:t>PO10</a:t>
                      </a:r>
                    </a:p>
                    <a:p>
                      <a:pPr algn="ctr">
                        <a:defRPr>
                          <a:latin typeface="Times New Roman" panose="02020603050405020304"/>
                          <a:ea typeface="Times New Roman" panose="02020603050405020304"/>
                          <a:cs typeface="Times New Roman" panose="02020603050405020304"/>
                          <a:sym typeface="Times New Roman" panose="02020603050405020304"/>
                        </a:defRPr>
                      </a:pPr>
                      <a:r>
                        <a:t>PO12</a:t>
                      </a:r>
                    </a:p>
                  </a:txBody>
                  <a:tcPr marL="45725" marR="45725" marT="45725" marB="45725" anchor="t" anchorCtr="0" horzOverflow="overflow">
                    <a:lnL w="12700">
                      <a:solidFill>
                        <a:srgbClr val="000000"/>
                      </a:solidFill>
                    </a:lnL>
                    <a:lnR w="12700">
                      <a:solidFill>
                        <a:srgbClr val="000000"/>
                      </a:solidFill>
                    </a:lnR>
                    <a:lnT w="38100">
                      <a:solidFill>
                        <a:srgbClr val="000000"/>
                      </a:solidFill>
                    </a:lnT>
                    <a:lnB w="12700">
                      <a:solidFill>
                        <a:srgbClr val="000000"/>
                      </a:solidFill>
                    </a:lnB>
                    <a:noFill/>
                  </a:tcPr>
                </a:tc>
                <a:tc>
                  <a:txBody>
                    <a:bodyPr/>
                    <a:lstStyle/>
                    <a:p>
                      <a:pPr algn="ctr">
                        <a:defRPr sz="1800"/>
                      </a:pPr>
                      <a:r>
                        <a:rPr sz="1400">
                          <a:latin typeface="Times New Roman" panose="02020603050405020304"/>
                          <a:ea typeface="Times New Roman" panose="02020603050405020304"/>
                          <a:cs typeface="Times New Roman" panose="02020603050405020304"/>
                          <a:sym typeface="Times New Roman" panose="02020603050405020304"/>
                        </a:rPr>
                        <a:t>PSO1
PSO2</a:t>
                      </a:r>
                      <a:endParaRPr sz="1400">
                        <a:latin typeface="Times New Roman" panose="02020603050405020304"/>
                        <a:ea typeface="Times New Roman" panose="02020603050405020304"/>
                        <a:cs typeface="Times New Roman" panose="02020603050405020304"/>
                        <a:sym typeface="Times New Roman" panose="02020603050405020304"/>
                      </a:endParaRPr>
                    </a:p>
                  </a:txBody>
                  <a:tcPr marL="45725" marR="45725" marT="45725" marB="45725" anchor="t" anchorCtr="0" horzOverflow="overflow">
                    <a:lnL w="12700">
                      <a:solidFill>
                        <a:srgbClr val="000000"/>
                      </a:solidFill>
                    </a:lnL>
                    <a:lnR w="12700">
                      <a:solidFill>
                        <a:srgbClr val="000000"/>
                      </a:solidFill>
                    </a:lnR>
                    <a:lnT w="38100">
                      <a:solidFill>
                        <a:srgbClr val="000000"/>
                      </a:solidFill>
                    </a:lnT>
                    <a:lnB w="12700">
                      <a:solidFill>
                        <a:srgbClr val="000000"/>
                      </a:solidFill>
                    </a:lnB>
                    <a:noFill/>
                  </a:tcPr>
                </a:tc>
              </a:tr>
            </a:tbl>
          </a:graphicData>
        </a:graphic>
      </p:graphicFrame>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Google Shape;142;p5"/>
          <p:cNvSpPr txBox="1"/>
          <p:nvPr/>
        </p:nvSpPr>
        <p:spPr>
          <a:xfrm>
            <a:off x="2305389" y="4776849"/>
            <a:ext cx="4871865" cy="275427"/>
          </a:xfrm>
          <a:prstGeom prst="rect">
            <a:avLst/>
          </a:prstGeom>
          <a:ln w="12700">
            <a:miter lim="400000"/>
          </a:ln>
        </p:spPr>
        <p:txBody>
          <a:bodyPr lIns="45699" tIns="45699" rIns="45699" bIns="45699">
            <a:spAutoFit/>
          </a:bodyPr>
          <a:lstStyle>
            <a:lvl1pPr algn="ctr">
              <a:defRPr sz="1200">
                <a:solidFill>
                  <a:srgbClr val="464653"/>
                </a:solidFill>
                <a:latin typeface="Times New Roman" panose="02020603050405020304"/>
                <a:ea typeface="Times New Roman" panose="02020603050405020304"/>
                <a:cs typeface="Times New Roman" panose="02020603050405020304"/>
                <a:sym typeface="Times New Roman" panose="02020603050405020304"/>
              </a:defRPr>
            </a:lvl1pPr>
          </a:lstStyle>
          <a:p>
            <a:r>
              <a:t>CGB1201 – JAVA PROGRAMMING – END SEMESTER REVIEW </a:t>
            </a:r>
          </a:p>
        </p:txBody>
      </p:sp>
      <p:sp>
        <p:nvSpPr>
          <p:cNvPr id="155" name="Google Shape;141;p5"/>
          <p:cNvSpPr txBox="1"/>
          <p:nvPr>
            <p:ph type="title"/>
          </p:nvPr>
        </p:nvSpPr>
        <p:spPr>
          <a:xfrm>
            <a:off x="457200" y="285750"/>
            <a:ext cx="8229600" cy="457200"/>
          </a:xfrm>
          <a:prstGeom prst="rect">
            <a:avLst/>
          </a:prstGeom>
          <a:solidFill>
            <a:srgbClr val="93B9C3"/>
          </a:solidFill>
        </p:spPr>
        <p:txBody>
          <a:bodyPr/>
          <a:lstStyle>
            <a:lvl1pPr algn="ctr" defTabSz="749935">
              <a:defRPr sz="2625" b="1">
                <a:solidFill>
                  <a:srgbClr val="000000"/>
                </a:solidFill>
                <a:latin typeface="Times New Roman" panose="02020603050405020304"/>
                <a:ea typeface="Times New Roman" panose="02020603050405020304"/>
                <a:cs typeface="Times New Roman" panose="02020603050405020304"/>
                <a:sym typeface="Times New Roman" panose="02020603050405020304"/>
              </a:defRPr>
            </a:lvl1pPr>
          </a:lstStyle>
          <a:p>
            <a:r>
              <a:t>Introduction</a:t>
            </a:r>
          </a:p>
        </p:txBody>
      </p:sp>
      <p:sp>
        <p:nvSpPr>
          <p:cNvPr id="156" name="Google Shape;143;p5"/>
          <p:cNvSpPr txBox="1"/>
          <p:nvPr>
            <p:ph type="sldNum" sz="quarter" idx="2"/>
          </p:nvPr>
        </p:nvSpPr>
        <p:spPr>
          <a:xfrm>
            <a:off x="612648" y="4767262"/>
            <a:ext cx="193001" cy="294601"/>
          </a:xfrm>
          <a:prstGeom prst="rect">
            <a:avLst/>
          </a:prstGeom>
        </p:spPr>
        <p:txBody>
          <a:bodyPr/>
          <a:lstStyle/>
          <a:p>
            <a:fld id="{86CB4B4D-7CA3-9044-876B-883B54F8677D}" type="slidenum">
              <a:rPr/>
            </a:fld>
            <a:endParaRPr/>
          </a:p>
        </p:txBody>
      </p:sp>
      <p:sp>
        <p:nvSpPr>
          <p:cNvPr id="157" name="Google Shape;144;p5"/>
          <p:cNvSpPr txBox="1"/>
          <p:nvPr>
            <p:ph type="body" idx="1"/>
          </p:nvPr>
        </p:nvSpPr>
        <p:spPr>
          <a:xfrm>
            <a:off x="457199" y="1296590"/>
            <a:ext cx="8229601" cy="3028951"/>
          </a:xfrm>
          <a:prstGeom prst="rect">
            <a:avLst/>
          </a:prstGeom>
        </p:spPr>
        <p:txBody>
          <a:bodyPr/>
          <a:lstStyle>
            <a:lvl1pPr marL="196850" indent="-120015" algn="just">
              <a:lnSpc>
                <a:spcPct val="150000"/>
              </a:lnSpc>
              <a:spcBef>
                <a:spcPts val="0"/>
              </a:spcBef>
              <a:buSzTx/>
              <a:buNone/>
              <a:defRPr sz="1600">
                <a:latin typeface="Times New Roman" panose="02020603050405020304"/>
                <a:ea typeface="Times New Roman" panose="02020603050405020304"/>
                <a:cs typeface="Times New Roman" panose="02020603050405020304"/>
                <a:sym typeface="Times New Roman" panose="02020603050405020304"/>
              </a:defRPr>
            </a:lvl1pPr>
          </a:lstStyle>
          <a:p>
            <a:r>
              <a:t>   This Online Auction System project in Java is a simple application that allows users to buy and sell products through online bidding. It has two main parts: an admin panel where sellers add items and start auctions with a timer, and a customer panel where buyers place bids on products. The system keeps track of all bids, shows the highest bid in real-time, and automatically saves the winner when the auction time ends. The project uses Java Swing for a graphical user interface and connects to a database to store auction details, making online auctions easy and efficient.</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Google Shape;150;p6"/>
          <p:cNvSpPr txBox="1"/>
          <p:nvPr/>
        </p:nvSpPr>
        <p:spPr>
          <a:xfrm>
            <a:off x="2486755" y="4819392"/>
            <a:ext cx="4481335" cy="275427"/>
          </a:xfrm>
          <a:prstGeom prst="rect">
            <a:avLst/>
          </a:prstGeom>
          <a:ln w="12700">
            <a:miter lim="400000"/>
          </a:ln>
        </p:spPr>
        <p:txBody>
          <a:bodyPr lIns="45699" tIns="45699" rIns="45699" bIns="45699">
            <a:spAutoFit/>
          </a:bodyPr>
          <a:lstStyle>
            <a:lvl1pPr algn="r">
              <a:defRPr sz="1200">
                <a:solidFill>
                  <a:srgbClr val="464653"/>
                </a:solidFill>
                <a:latin typeface="Times New Roman" panose="02020603050405020304"/>
                <a:ea typeface="Times New Roman" panose="02020603050405020304"/>
                <a:cs typeface="Times New Roman" panose="02020603050405020304"/>
                <a:sym typeface="Times New Roman" panose="02020603050405020304"/>
              </a:defRPr>
            </a:lvl1pPr>
          </a:lstStyle>
          <a:p>
            <a:r>
              <a:t>CGB1201 – JAVA PROGRAMMING – END SEMESTER REVIEW  </a:t>
            </a:r>
          </a:p>
        </p:txBody>
      </p:sp>
      <p:sp>
        <p:nvSpPr>
          <p:cNvPr id="160" name="Google Shape;149;p6"/>
          <p:cNvSpPr txBox="1"/>
          <p:nvPr>
            <p:ph type="title"/>
          </p:nvPr>
        </p:nvSpPr>
        <p:spPr>
          <a:prstGeom prst="rect">
            <a:avLst/>
          </a:prstGeom>
          <a:solidFill>
            <a:srgbClr val="93B9C3"/>
          </a:solidFill>
        </p:spPr>
        <p:txBody>
          <a:bodyPr/>
          <a:lstStyle>
            <a:lvl1pPr algn="ctr">
              <a:defRPr b="1">
                <a:solidFill>
                  <a:srgbClr val="000000"/>
                </a:solidFill>
                <a:latin typeface="Times New Roman" panose="02020603050405020304"/>
                <a:ea typeface="Times New Roman" panose="02020603050405020304"/>
                <a:cs typeface="Times New Roman" panose="02020603050405020304"/>
                <a:sym typeface="Times New Roman" panose="02020603050405020304"/>
              </a:defRPr>
            </a:lvl1pPr>
          </a:lstStyle>
          <a:p>
            <a:r>
              <a:t>Java Programming  - Concepts Used</a:t>
            </a:r>
          </a:p>
        </p:txBody>
      </p:sp>
      <p:sp>
        <p:nvSpPr>
          <p:cNvPr id="161" name="Google Shape;151;p6"/>
          <p:cNvSpPr txBox="1"/>
          <p:nvPr>
            <p:ph type="sldNum" sz="quarter" idx="2"/>
          </p:nvPr>
        </p:nvSpPr>
        <p:spPr>
          <a:xfrm>
            <a:off x="612648" y="4767262"/>
            <a:ext cx="193001" cy="294601"/>
          </a:xfrm>
          <a:prstGeom prst="rect">
            <a:avLst/>
          </a:prstGeom>
        </p:spPr>
        <p:txBody>
          <a:bodyPr/>
          <a:lstStyle/>
          <a:p>
            <a:fld id="{86CB4B4D-7CA3-9044-876B-883B54F8677D}" type="slidenum">
              <a:rPr/>
            </a:fld>
            <a:endParaRPr/>
          </a:p>
        </p:txBody>
      </p:sp>
      <p:sp>
        <p:nvSpPr>
          <p:cNvPr id="162" name="Google Shape;152;p6"/>
          <p:cNvSpPr txBox="1"/>
          <p:nvPr>
            <p:ph type="body" idx="1"/>
          </p:nvPr>
        </p:nvSpPr>
        <p:spPr>
          <a:xfrm>
            <a:off x="457200" y="1016750"/>
            <a:ext cx="8229600" cy="3703322"/>
          </a:xfrm>
          <a:prstGeom prst="rect">
            <a:avLst/>
          </a:prstGeom>
        </p:spPr>
        <p:txBody>
          <a:bodyPr/>
          <a:lstStyle/>
          <a:p>
            <a:pPr algn="just">
              <a:lnSpc>
                <a:spcPct val="150000"/>
              </a:lnSpc>
              <a:buSzPts val="1600"/>
              <a:buFontTx/>
              <a:buChar char="➢"/>
              <a:defRPr sz="1600" b="1">
                <a:latin typeface="Times New Roman" panose="02020603050405020304"/>
                <a:ea typeface="Times New Roman" panose="02020603050405020304"/>
                <a:cs typeface="Times New Roman" panose="02020603050405020304"/>
                <a:sym typeface="Times New Roman" panose="02020603050405020304"/>
              </a:defRPr>
            </a:pPr>
            <a:r>
              <a:t>Object-Oriented Programming (OOP)</a:t>
            </a:r>
            <a:r>
              <a:rPr b="0"/>
              <a:t>: Classes and objects encapsulate auction items, users, bids, and system functions.</a:t>
            </a:r>
            <a:endParaRPr b="0"/>
          </a:p>
          <a:p>
            <a:pPr algn="just">
              <a:lnSpc>
                <a:spcPct val="150000"/>
              </a:lnSpc>
              <a:buSzPts val="1600"/>
              <a:buFontTx/>
              <a:buChar char="➢"/>
              <a:defRPr sz="1600" b="1">
                <a:latin typeface="Times New Roman" panose="02020603050405020304"/>
                <a:ea typeface="Times New Roman" panose="02020603050405020304"/>
                <a:cs typeface="Times New Roman" panose="02020603050405020304"/>
                <a:sym typeface="Times New Roman" panose="02020603050405020304"/>
              </a:defRPr>
            </a:pPr>
            <a:r>
              <a:t>Swing GUI</a:t>
            </a:r>
            <a:r>
              <a:rPr b="0"/>
              <a:t>: Java Swing is used to build the graphical user interface for admin and customer panels.</a:t>
            </a:r>
            <a:endParaRPr b="0"/>
          </a:p>
          <a:p>
            <a:pPr algn="just">
              <a:lnSpc>
                <a:spcPct val="150000"/>
              </a:lnSpc>
              <a:buSzPts val="1600"/>
              <a:buFontTx/>
              <a:buChar char="➢"/>
              <a:defRPr sz="1600" b="1">
                <a:latin typeface="Times New Roman" panose="02020603050405020304"/>
                <a:ea typeface="Times New Roman" panose="02020603050405020304"/>
                <a:cs typeface="Times New Roman" panose="02020603050405020304"/>
                <a:sym typeface="Times New Roman" panose="02020603050405020304"/>
              </a:defRPr>
            </a:pPr>
            <a:r>
              <a:t>Event Handling</a:t>
            </a:r>
            <a:r>
              <a:rPr b="0"/>
              <a:t>: To manage user actions like button clicks, bid submissions, and auction timers.</a:t>
            </a:r>
            <a:endParaRPr b="0"/>
          </a:p>
          <a:p>
            <a:pPr algn="just">
              <a:lnSpc>
                <a:spcPct val="150000"/>
              </a:lnSpc>
              <a:buSzPts val="1600"/>
              <a:buFontTx/>
              <a:buChar char="➢"/>
              <a:defRPr sz="1600" b="1">
                <a:latin typeface="Times New Roman" panose="02020603050405020304"/>
                <a:ea typeface="Times New Roman" panose="02020603050405020304"/>
                <a:cs typeface="Times New Roman" panose="02020603050405020304"/>
                <a:sym typeface="Times New Roman" panose="02020603050405020304"/>
              </a:defRPr>
            </a:pPr>
            <a:r>
              <a:t>Multithreading</a:t>
            </a:r>
            <a:r>
              <a:rPr b="0"/>
              <a:t>: For running auction timers and managing concurrent bids smoothly.</a:t>
            </a:r>
            <a:endParaRPr b="0"/>
          </a:p>
          <a:p>
            <a:pPr algn="just">
              <a:lnSpc>
                <a:spcPct val="150000"/>
              </a:lnSpc>
              <a:buSzPts val="1600"/>
              <a:buFontTx/>
              <a:buChar char="➢"/>
              <a:defRPr sz="1600" b="1">
                <a:latin typeface="Times New Roman" panose="02020603050405020304"/>
                <a:ea typeface="Times New Roman" panose="02020603050405020304"/>
                <a:cs typeface="Times New Roman" panose="02020603050405020304"/>
                <a:sym typeface="Times New Roman" panose="02020603050405020304"/>
              </a:defRPr>
            </a:pPr>
            <a:r>
              <a:t>Basic Java Syntax</a:t>
            </a:r>
            <a:r>
              <a:rPr b="0"/>
              <a:t>: Control statements, loops, and data types used throughout for program logic.</a:t>
            </a:r>
            <a:endParaRPr b="0"/>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Google Shape;157;p7"/>
          <p:cNvSpPr txBox="1"/>
          <p:nvPr/>
        </p:nvSpPr>
        <p:spPr>
          <a:xfrm>
            <a:off x="2257048" y="4767262"/>
            <a:ext cx="5457101" cy="275427"/>
          </a:xfrm>
          <a:prstGeom prst="rect">
            <a:avLst/>
          </a:prstGeom>
          <a:ln w="12700">
            <a:miter lim="400000"/>
          </a:ln>
        </p:spPr>
        <p:txBody>
          <a:bodyPr lIns="45699" tIns="45699" rIns="45699" bIns="45699">
            <a:spAutoFit/>
          </a:bodyPr>
          <a:lstStyle>
            <a:lvl1pPr algn="ctr">
              <a:defRPr sz="1200">
                <a:solidFill>
                  <a:srgbClr val="464653"/>
                </a:solidFill>
                <a:latin typeface="Times New Roman" panose="02020603050405020304"/>
                <a:ea typeface="Times New Roman" panose="02020603050405020304"/>
                <a:cs typeface="Times New Roman" panose="02020603050405020304"/>
                <a:sym typeface="Times New Roman" panose="02020603050405020304"/>
              </a:defRPr>
            </a:lvl1pPr>
          </a:lstStyle>
          <a:p>
            <a:r>
              <a:t>CGB1201 – JAVA PROGRAMMING – END SEMESTER REVIEW</a:t>
            </a:r>
          </a:p>
        </p:txBody>
      </p:sp>
      <p:sp>
        <p:nvSpPr>
          <p:cNvPr id="165" name="Google Shape;158;p7"/>
          <p:cNvSpPr txBox="1"/>
          <p:nvPr>
            <p:ph type="sldNum" sz="quarter" idx="2"/>
          </p:nvPr>
        </p:nvSpPr>
        <p:spPr>
          <a:xfrm>
            <a:off x="612648" y="4767262"/>
            <a:ext cx="193001" cy="294601"/>
          </a:xfrm>
          <a:prstGeom prst="rect">
            <a:avLst/>
          </a:prstGeom>
        </p:spPr>
        <p:txBody>
          <a:bodyPr/>
          <a:lstStyle/>
          <a:p>
            <a:fld id="{86CB4B4D-7CA3-9044-876B-883B54F8677D}" type="slidenum">
              <a:rPr/>
            </a:fld>
            <a:endParaRPr/>
          </a:p>
        </p:txBody>
      </p:sp>
      <p:sp>
        <p:nvSpPr>
          <p:cNvPr id="166" name="Google Shape;159;p7"/>
          <p:cNvSpPr txBox="1"/>
          <p:nvPr>
            <p:ph type="body" idx="1"/>
          </p:nvPr>
        </p:nvSpPr>
        <p:spPr>
          <a:xfrm>
            <a:off x="457199" y="1287518"/>
            <a:ext cx="8229601" cy="3054239"/>
          </a:xfrm>
          <a:prstGeom prst="rect">
            <a:avLst/>
          </a:prstGeom>
        </p:spPr>
        <p:txBody>
          <a:bodyPr/>
          <a:lstStyle/>
          <a:p>
            <a:pPr algn="just">
              <a:lnSpc>
                <a:spcPct val="150000"/>
              </a:lnSpc>
              <a:buSzPts val="1600"/>
              <a:buFontTx/>
              <a:buChar char="➢"/>
              <a:defRPr sz="1600" b="1">
                <a:latin typeface="Times New Roman" panose="02020603050405020304"/>
                <a:ea typeface="Times New Roman" panose="02020603050405020304"/>
                <a:cs typeface="Times New Roman" panose="02020603050405020304"/>
                <a:sym typeface="Times New Roman" panose="02020603050405020304"/>
              </a:defRPr>
            </a:pPr>
            <a:r>
              <a:t>Exception Handling</a:t>
            </a:r>
            <a:r>
              <a:rPr b="0"/>
              <a:t>: To manage runtime errors and ensure smooth execution.</a:t>
            </a:r>
            <a:endParaRPr b="0"/>
          </a:p>
          <a:p>
            <a:pPr algn="just">
              <a:lnSpc>
                <a:spcPct val="150000"/>
              </a:lnSpc>
              <a:buSzPts val="1600"/>
              <a:buFontTx/>
              <a:buChar char="➢"/>
              <a:defRPr sz="1600" b="1">
                <a:latin typeface="Times New Roman" panose="02020603050405020304"/>
                <a:ea typeface="Times New Roman" panose="02020603050405020304"/>
                <a:cs typeface="Times New Roman" panose="02020603050405020304"/>
                <a:sym typeface="Times New Roman" panose="02020603050405020304"/>
              </a:defRPr>
            </a:pPr>
            <a:r>
              <a:t>Collections Framework</a:t>
            </a:r>
            <a:r>
              <a:rPr b="0"/>
              <a:t>: To store and manage lists of items, users, and bids efficiently.</a:t>
            </a:r>
            <a:endParaRPr b="0"/>
          </a:p>
          <a:p>
            <a:pPr algn="just">
              <a:lnSpc>
                <a:spcPct val="150000"/>
              </a:lnSpc>
              <a:buSzPts val="1600"/>
              <a:buFontTx/>
              <a:buChar char="➢"/>
              <a:defRPr sz="1600" b="1">
                <a:latin typeface="Times New Roman" panose="02020603050405020304"/>
                <a:ea typeface="Times New Roman" panose="02020603050405020304"/>
                <a:cs typeface="Times New Roman" panose="02020603050405020304"/>
                <a:sym typeface="Times New Roman" panose="02020603050405020304"/>
              </a:defRPr>
            </a:pPr>
            <a:r>
              <a:t>File I/O: </a:t>
            </a:r>
            <a:r>
              <a:rPr b="0"/>
              <a:t>Used for logging or configuration storage outside the database</a:t>
            </a:r>
            <a:endParaRPr b="0"/>
          </a:p>
        </p:txBody>
      </p:sp>
      <p:sp>
        <p:nvSpPr>
          <p:cNvPr id="167" name="Google Shape;160;p7"/>
          <p:cNvSpPr txBox="1"/>
          <p:nvPr>
            <p:ph type="title"/>
          </p:nvPr>
        </p:nvSpPr>
        <p:spPr>
          <a:xfrm>
            <a:off x="457200" y="243818"/>
            <a:ext cx="8229600" cy="742951"/>
          </a:xfrm>
          <a:prstGeom prst="rect">
            <a:avLst/>
          </a:prstGeom>
          <a:solidFill>
            <a:srgbClr val="93B9C3"/>
          </a:solidFill>
        </p:spPr>
        <p:txBody>
          <a:bodyPr/>
          <a:lstStyle>
            <a:lvl1pPr algn="ctr">
              <a:defRPr b="1">
                <a:solidFill>
                  <a:srgbClr val="000000"/>
                </a:solidFill>
                <a:latin typeface="Times New Roman" panose="02020603050405020304"/>
                <a:ea typeface="Times New Roman" panose="02020603050405020304"/>
                <a:cs typeface="Times New Roman" panose="02020603050405020304"/>
                <a:sym typeface="Times New Roman" panose="02020603050405020304"/>
              </a:defRPr>
            </a:lvl1pPr>
          </a:lstStyle>
          <a:p>
            <a:r>
              <a:t>Java Programming  - Concepts Used</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Google Shape;166;p8"/>
          <p:cNvSpPr txBox="1"/>
          <p:nvPr/>
        </p:nvSpPr>
        <p:spPr>
          <a:xfrm>
            <a:off x="2453688" y="4776849"/>
            <a:ext cx="5160665" cy="275427"/>
          </a:xfrm>
          <a:prstGeom prst="rect">
            <a:avLst/>
          </a:prstGeom>
          <a:ln w="12700">
            <a:miter lim="400000"/>
          </a:ln>
        </p:spPr>
        <p:txBody>
          <a:bodyPr lIns="45699" tIns="45699" rIns="45699" bIns="45699">
            <a:spAutoFit/>
          </a:bodyPr>
          <a:lstStyle>
            <a:lvl1pPr algn="ctr">
              <a:defRPr sz="1200">
                <a:solidFill>
                  <a:srgbClr val="464653"/>
                </a:solidFill>
                <a:latin typeface="Times New Roman" panose="02020603050405020304"/>
                <a:ea typeface="Times New Roman" panose="02020603050405020304"/>
                <a:cs typeface="Times New Roman" panose="02020603050405020304"/>
                <a:sym typeface="Times New Roman" panose="02020603050405020304"/>
              </a:defRPr>
            </a:lvl1pPr>
          </a:lstStyle>
          <a:p>
            <a:r>
              <a:t>CGB1201 – JAVA PROGRAMMING – END SEMESTER REVIEW </a:t>
            </a:r>
          </a:p>
        </p:txBody>
      </p:sp>
      <p:sp>
        <p:nvSpPr>
          <p:cNvPr id="170" name="Google Shape;165;p8"/>
          <p:cNvSpPr txBox="1"/>
          <p:nvPr>
            <p:ph type="title"/>
          </p:nvPr>
        </p:nvSpPr>
        <p:spPr>
          <a:xfrm>
            <a:off x="381000" y="44752"/>
            <a:ext cx="8229600" cy="742951"/>
          </a:xfrm>
          <a:prstGeom prst="rect">
            <a:avLst/>
          </a:prstGeom>
          <a:solidFill>
            <a:srgbClr val="93B9C3"/>
          </a:solidFill>
        </p:spPr>
        <p:txBody>
          <a:bodyPr/>
          <a:lstStyle>
            <a:lvl1pPr algn="ctr">
              <a:defRPr b="1">
                <a:solidFill>
                  <a:srgbClr val="000000"/>
                </a:solidFill>
                <a:latin typeface="Times New Roman" panose="02020603050405020304"/>
                <a:ea typeface="Times New Roman" panose="02020603050405020304"/>
                <a:cs typeface="Times New Roman" panose="02020603050405020304"/>
                <a:sym typeface="Times New Roman" panose="02020603050405020304"/>
              </a:defRPr>
            </a:lvl1pPr>
          </a:lstStyle>
          <a:p>
            <a:r>
              <a:t>Proposed Architecture</a:t>
            </a:r>
          </a:p>
        </p:txBody>
      </p:sp>
      <p:sp>
        <p:nvSpPr>
          <p:cNvPr id="171" name="Google Shape;167;p8"/>
          <p:cNvSpPr txBox="1"/>
          <p:nvPr>
            <p:ph type="sldNum" sz="quarter" idx="2"/>
          </p:nvPr>
        </p:nvSpPr>
        <p:spPr>
          <a:xfrm>
            <a:off x="612648" y="4767262"/>
            <a:ext cx="193001" cy="294601"/>
          </a:xfrm>
          <a:prstGeom prst="rect">
            <a:avLst/>
          </a:prstGeom>
        </p:spPr>
        <p:txBody>
          <a:bodyPr/>
          <a:lstStyle/>
          <a:p>
            <a:fld id="{86CB4B4D-7CA3-9044-876B-883B54F8677D}" type="slidenum">
              <a:rPr/>
            </a:fld>
            <a:endParaRPr/>
          </a:p>
        </p:txBody>
      </p:sp>
      <p:pic>
        <p:nvPicPr>
          <p:cNvPr id="172" name="Picture 2" descr="Picture 2"/>
          <p:cNvPicPr>
            <a:picLocks noChangeAspect="1"/>
          </p:cNvPicPr>
          <p:nvPr/>
        </p:nvPicPr>
        <p:blipFill>
          <a:blip r:embed="rId1"/>
          <a:stretch>
            <a:fillRect/>
          </a:stretch>
        </p:blipFill>
        <p:spPr>
          <a:xfrm>
            <a:off x="1121137" y="968742"/>
            <a:ext cx="6655445" cy="3682280"/>
          </a:xfrm>
          <a:prstGeom prst="rect">
            <a:avLst/>
          </a:prstGeom>
          <a:ln w="12700">
            <a:miter lim="400000"/>
            <a:headEnd/>
            <a:tailEnd/>
          </a:ln>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Google Shape;173;p9"/>
          <p:cNvSpPr txBox="1"/>
          <p:nvPr/>
        </p:nvSpPr>
        <p:spPr>
          <a:xfrm>
            <a:off x="2348562" y="4776849"/>
            <a:ext cx="4955722" cy="275427"/>
          </a:xfrm>
          <a:prstGeom prst="rect">
            <a:avLst/>
          </a:prstGeom>
          <a:ln w="12700">
            <a:miter lim="400000"/>
          </a:ln>
        </p:spPr>
        <p:txBody>
          <a:bodyPr lIns="45699" tIns="45699" rIns="45699" bIns="45699">
            <a:spAutoFit/>
          </a:bodyPr>
          <a:lstStyle>
            <a:lvl1pPr algn="ctr">
              <a:defRPr sz="1200">
                <a:solidFill>
                  <a:srgbClr val="464653"/>
                </a:solidFill>
                <a:latin typeface="Times New Roman" panose="02020603050405020304"/>
                <a:ea typeface="Times New Roman" panose="02020603050405020304"/>
                <a:cs typeface="Times New Roman" panose="02020603050405020304"/>
                <a:sym typeface="Times New Roman" panose="02020603050405020304"/>
              </a:defRPr>
            </a:lvl1pPr>
          </a:lstStyle>
          <a:p>
            <a:r>
              <a:t>CGB1201 – JAVA PROGRAMMING – END SEMESTER REVIEW </a:t>
            </a:r>
          </a:p>
        </p:txBody>
      </p:sp>
      <p:sp>
        <p:nvSpPr>
          <p:cNvPr id="175" name="Google Shape;172;p9"/>
          <p:cNvSpPr txBox="1"/>
          <p:nvPr>
            <p:ph type="title"/>
          </p:nvPr>
        </p:nvSpPr>
        <p:spPr>
          <a:xfrm>
            <a:off x="457200" y="209550"/>
            <a:ext cx="8229600" cy="742950"/>
          </a:xfrm>
          <a:prstGeom prst="rect">
            <a:avLst/>
          </a:prstGeom>
          <a:solidFill>
            <a:srgbClr val="93B9C3"/>
          </a:solidFill>
        </p:spPr>
        <p:txBody>
          <a:bodyPr/>
          <a:lstStyle>
            <a:lvl1pPr algn="ctr">
              <a:defRPr b="1">
                <a:solidFill>
                  <a:srgbClr val="000000"/>
                </a:solidFill>
                <a:latin typeface="Times New Roman" panose="02020603050405020304"/>
                <a:ea typeface="Times New Roman" panose="02020603050405020304"/>
                <a:cs typeface="Times New Roman" panose="02020603050405020304"/>
                <a:sym typeface="Times New Roman" panose="02020603050405020304"/>
              </a:defRPr>
            </a:lvl1pPr>
          </a:lstStyle>
          <a:p>
            <a:r>
              <a:t>Proposed Architecture - Description</a:t>
            </a:r>
          </a:p>
        </p:txBody>
      </p:sp>
      <p:sp>
        <p:nvSpPr>
          <p:cNvPr id="176" name="Google Shape;174;p9"/>
          <p:cNvSpPr txBox="1"/>
          <p:nvPr>
            <p:ph type="sldNum" sz="quarter" idx="2"/>
          </p:nvPr>
        </p:nvSpPr>
        <p:spPr>
          <a:xfrm>
            <a:off x="612648" y="4767262"/>
            <a:ext cx="193001" cy="294601"/>
          </a:xfrm>
          <a:prstGeom prst="rect">
            <a:avLst/>
          </a:prstGeom>
        </p:spPr>
        <p:txBody>
          <a:bodyPr/>
          <a:lstStyle/>
          <a:p>
            <a:fld id="{86CB4B4D-7CA3-9044-876B-883B54F8677D}" type="slidenum">
              <a:rPr/>
            </a:fld>
            <a:endParaRPr/>
          </a:p>
        </p:txBody>
      </p:sp>
      <p:sp>
        <p:nvSpPr>
          <p:cNvPr id="177" name="Google Shape;175;p9"/>
          <p:cNvSpPr txBox="1"/>
          <p:nvPr>
            <p:ph type="body" idx="1"/>
          </p:nvPr>
        </p:nvSpPr>
        <p:spPr>
          <a:xfrm>
            <a:off x="457200" y="1065674"/>
            <a:ext cx="8229600" cy="3703322"/>
          </a:xfrm>
          <a:prstGeom prst="rect">
            <a:avLst/>
          </a:prstGeom>
        </p:spPr>
        <p:txBody>
          <a:bodyPr/>
          <a:lstStyle/>
          <a:p>
            <a:pPr algn="just">
              <a:lnSpc>
                <a:spcPct val="150000"/>
              </a:lnSpc>
              <a:buSzPts val="1600"/>
              <a:buFontTx/>
              <a:buChar char="➢"/>
              <a:defRPr sz="1600" b="1">
                <a:latin typeface="Times New Roman" panose="02020603050405020304"/>
                <a:ea typeface="Times New Roman" panose="02020603050405020304"/>
                <a:cs typeface="Times New Roman" panose="02020603050405020304"/>
                <a:sym typeface="Times New Roman" panose="02020603050405020304"/>
              </a:defRPr>
            </a:pPr>
            <a:r>
              <a:t>Start</a:t>
            </a:r>
            <a:r>
              <a:rPr b="0"/>
              <a:t>: The beginning of the auction system process where the application is launched.</a:t>
            </a:r>
            <a:endParaRPr b="0"/>
          </a:p>
          <a:p>
            <a:pPr algn="just">
              <a:lnSpc>
                <a:spcPct val="150000"/>
              </a:lnSpc>
              <a:buSzPts val="1600"/>
              <a:buFontTx/>
              <a:buChar char="➢"/>
              <a:defRPr sz="1600" b="1">
                <a:latin typeface="Times New Roman" panose="02020603050405020304"/>
                <a:ea typeface="Times New Roman" panose="02020603050405020304"/>
                <a:cs typeface="Times New Roman" panose="02020603050405020304"/>
                <a:sym typeface="Times New Roman" panose="02020603050405020304"/>
              </a:defRPr>
            </a:pPr>
            <a:r>
              <a:t>User Registration/Login</a:t>
            </a:r>
            <a:r>
              <a:rPr b="0"/>
              <a:t>: Users create an account or log in to access the system securely.</a:t>
            </a:r>
            <a:endParaRPr b="0"/>
          </a:p>
          <a:p>
            <a:pPr algn="just">
              <a:lnSpc>
                <a:spcPct val="150000"/>
              </a:lnSpc>
              <a:buSzPts val="1600"/>
              <a:buFontTx/>
              <a:buChar char="➢"/>
              <a:defRPr sz="1600" b="1">
                <a:latin typeface="Times New Roman" panose="02020603050405020304"/>
                <a:ea typeface="Times New Roman" panose="02020603050405020304"/>
                <a:cs typeface="Times New Roman" panose="02020603050405020304"/>
                <a:sym typeface="Times New Roman" panose="02020603050405020304"/>
              </a:defRPr>
            </a:pPr>
            <a:r>
              <a:t>User Role Selection (Admin or Buyer): </a:t>
            </a:r>
            <a:r>
              <a:rPr b="0"/>
              <a:t>Users choose their role—either an admin who manages auctions or a buyer who places bids.</a:t>
            </a:r>
            <a:endParaRPr b="0"/>
          </a:p>
          <a:p>
            <a:pPr algn="just">
              <a:lnSpc>
                <a:spcPct val="150000"/>
              </a:lnSpc>
              <a:buSzPts val="1600"/>
              <a:buFontTx/>
              <a:buChar char="➢"/>
              <a:defRPr sz="1600" b="1">
                <a:latin typeface="Times New Roman" panose="02020603050405020304"/>
                <a:ea typeface="Times New Roman" panose="02020603050405020304"/>
                <a:cs typeface="Times New Roman" panose="02020603050405020304"/>
                <a:sym typeface="Times New Roman" panose="02020603050405020304"/>
              </a:defRPr>
            </a:pPr>
            <a:r>
              <a:t>Admin - Manage Items</a:t>
            </a:r>
            <a:r>
              <a:rPr b="0"/>
              <a:t>: Admin can add new items for auction, edit existing items, or delete items no longer available.</a:t>
            </a:r>
            <a:endParaRPr b="0"/>
          </a:p>
          <a:p>
            <a:pPr algn="just">
              <a:lnSpc>
                <a:spcPct val="150000"/>
              </a:lnSpc>
              <a:buSzPts val="1600"/>
              <a:buFontTx/>
              <a:buChar char="➢"/>
              <a:defRPr sz="1600" b="1">
                <a:latin typeface="Times New Roman" panose="02020603050405020304"/>
                <a:ea typeface="Times New Roman" panose="02020603050405020304"/>
                <a:cs typeface="Times New Roman" panose="02020603050405020304"/>
                <a:sym typeface="Times New Roman" panose="02020603050405020304"/>
              </a:defRPr>
            </a:pPr>
            <a:r>
              <a:t>Admin - Monitor Auctions</a:t>
            </a:r>
            <a:r>
              <a:rPr b="0"/>
              <a:t>: Admin oversees ongoing auctions to ensure smooth operation and management.</a:t>
            </a:r>
            <a:endParaRPr b="0"/>
          </a:p>
          <a:p>
            <a:pPr algn="just">
              <a:lnSpc>
                <a:spcPct val="150000"/>
              </a:lnSpc>
              <a:buSzPts val="1600"/>
              <a:buFontTx/>
              <a:buChar char="➢"/>
              <a:defRPr sz="1600" b="1">
                <a:latin typeface="Times New Roman" panose="02020603050405020304"/>
                <a:ea typeface="Times New Roman" panose="02020603050405020304"/>
                <a:cs typeface="Times New Roman" panose="02020603050405020304"/>
                <a:sym typeface="Times New Roman" panose="02020603050405020304"/>
              </a:defRPr>
            </a:pPr>
            <a:r>
              <a:t>Buyer - View Auction Items</a:t>
            </a:r>
            <a:r>
              <a:rPr b="0"/>
              <a:t>: Buyers browse through the list of available auction items.</a:t>
            </a:r>
            <a:endParaRPr b="0"/>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Google Shape;181;p10"/>
          <p:cNvSpPr txBox="1"/>
          <p:nvPr/>
        </p:nvSpPr>
        <p:spPr>
          <a:xfrm>
            <a:off x="2216021" y="4776849"/>
            <a:ext cx="4952762" cy="275427"/>
          </a:xfrm>
          <a:prstGeom prst="rect">
            <a:avLst/>
          </a:prstGeom>
          <a:ln w="12700">
            <a:miter lim="400000"/>
          </a:ln>
        </p:spPr>
        <p:txBody>
          <a:bodyPr lIns="45699" tIns="45699" rIns="45699" bIns="45699">
            <a:spAutoFit/>
          </a:bodyPr>
          <a:lstStyle>
            <a:lvl1pPr algn="ctr">
              <a:defRPr sz="1200">
                <a:solidFill>
                  <a:srgbClr val="464653"/>
                </a:solidFill>
                <a:latin typeface="Times New Roman" panose="02020603050405020304"/>
                <a:ea typeface="Times New Roman" panose="02020603050405020304"/>
                <a:cs typeface="Times New Roman" panose="02020603050405020304"/>
                <a:sym typeface="Times New Roman" panose="02020603050405020304"/>
              </a:defRPr>
            </a:lvl1pPr>
          </a:lstStyle>
          <a:p>
            <a:r>
              <a:t>CGB1201 – JAVA PROGRAMMING – END SEMESTER REVIEW </a:t>
            </a:r>
          </a:p>
        </p:txBody>
      </p:sp>
      <p:sp>
        <p:nvSpPr>
          <p:cNvPr id="180" name="Google Shape;180;p10"/>
          <p:cNvSpPr txBox="1"/>
          <p:nvPr>
            <p:ph type="title"/>
          </p:nvPr>
        </p:nvSpPr>
        <p:spPr>
          <a:prstGeom prst="rect">
            <a:avLst/>
          </a:prstGeom>
          <a:solidFill>
            <a:srgbClr val="93B9C3"/>
          </a:solidFill>
        </p:spPr>
        <p:txBody>
          <a:bodyPr/>
          <a:lstStyle>
            <a:lvl1pPr algn="ctr">
              <a:defRPr b="1">
                <a:solidFill>
                  <a:srgbClr val="000000"/>
                </a:solidFill>
                <a:latin typeface="Times New Roman" panose="02020603050405020304"/>
                <a:ea typeface="Times New Roman" panose="02020603050405020304"/>
                <a:cs typeface="Times New Roman" panose="02020603050405020304"/>
                <a:sym typeface="Times New Roman" panose="02020603050405020304"/>
              </a:defRPr>
            </a:lvl1pPr>
          </a:lstStyle>
          <a:p>
            <a:r>
              <a:t>Proposed Architecture  - Description</a:t>
            </a:r>
          </a:p>
        </p:txBody>
      </p:sp>
      <p:sp>
        <p:nvSpPr>
          <p:cNvPr id="181" name="Google Shape;182;p10"/>
          <p:cNvSpPr txBox="1"/>
          <p:nvPr>
            <p:ph type="sldNum" sz="quarter" idx="2"/>
          </p:nvPr>
        </p:nvSpPr>
        <p:spPr>
          <a:xfrm>
            <a:off x="612648" y="4767262"/>
            <a:ext cx="281901" cy="294601"/>
          </a:xfrm>
          <a:prstGeom prst="rect">
            <a:avLst/>
          </a:prstGeom>
        </p:spPr>
        <p:txBody>
          <a:bodyPr/>
          <a:lstStyle/>
          <a:p>
            <a:fld id="{86CB4B4D-7CA3-9044-876B-883B54F8677D}" type="slidenum">
              <a:rPr/>
            </a:fld>
            <a:endParaRPr/>
          </a:p>
        </p:txBody>
      </p:sp>
      <p:sp>
        <p:nvSpPr>
          <p:cNvPr id="182" name="Google Shape;183;p10"/>
          <p:cNvSpPr txBox="1"/>
          <p:nvPr>
            <p:ph type="body" idx="1"/>
          </p:nvPr>
        </p:nvSpPr>
        <p:spPr>
          <a:xfrm>
            <a:off x="457200" y="1072601"/>
            <a:ext cx="8229600" cy="3703322"/>
          </a:xfrm>
          <a:prstGeom prst="rect">
            <a:avLst/>
          </a:prstGeom>
        </p:spPr>
        <p:txBody>
          <a:bodyPr/>
          <a:lstStyle/>
          <a:p>
            <a:pPr marL="434340" indent="-299720" algn="just" defTabSz="868680">
              <a:lnSpc>
                <a:spcPct val="150000"/>
              </a:lnSpc>
              <a:spcBef>
                <a:spcPts val="500"/>
              </a:spcBef>
              <a:buSzPts val="1500"/>
              <a:buFontTx/>
              <a:buChar char="➢"/>
              <a:defRPr sz="1520" b="1">
                <a:latin typeface="Times New Roman" panose="02020603050405020304"/>
                <a:ea typeface="Times New Roman" panose="02020603050405020304"/>
                <a:cs typeface="Times New Roman" panose="02020603050405020304"/>
                <a:sym typeface="Times New Roman" panose="02020603050405020304"/>
              </a:defRPr>
            </a:pPr>
            <a:r>
              <a:t>Buyer - Place Bids</a:t>
            </a:r>
            <a:r>
              <a:rPr b="0"/>
              <a:t>: Buyers submit their bids on auction items they are interested in.</a:t>
            </a:r>
            <a:endParaRPr b="0"/>
          </a:p>
          <a:p>
            <a:pPr marL="434340" indent="-299720" algn="just" defTabSz="868680">
              <a:lnSpc>
                <a:spcPct val="150000"/>
              </a:lnSpc>
              <a:spcBef>
                <a:spcPts val="500"/>
              </a:spcBef>
              <a:buSzPts val="1500"/>
              <a:buFontTx/>
              <a:buChar char="➢"/>
              <a:defRPr sz="1520" b="1">
                <a:latin typeface="Times New Roman" panose="02020603050405020304"/>
                <a:ea typeface="Times New Roman" panose="02020603050405020304"/>
                <a:cs typeface="Times New Roman" panose="02020603050405020304"/>
                <a:sym typeface="Times New Roman" panose="02020603050405020304"/>
              </a:defRPr>
            </a:pPr>
            <a:r>
              <a:t>Buyer - Track Highest Bid</a:t>
            </a:r>
            <a:r>
              <a:rPr b="0"/>
              <a:t>: Buyers can see the current highest bid in real-time to make competitive bids.</a:t>
            </a:r>
            <a:endParaRPr b="0"/>
          </a:p>
          <a:p>
            <a:pPr marL="434340" indent="-299720" algn="just" defTabSz="868680">
              <a:lnSpc>
                <a:spcPct val="150000"/>
              </a:lnSpc>
              <a:spcBef>
                <a:spcPts val="500"/>
              </a:spcBef>
              <a:buSzPts val="1500"/>
              <a:buFontTx/>
              <a:buChar char="➢"/>
              <a:defRPr sz="1520" b="1">
                <a:latin typeface="Times New Roman" panose="02020603050405020304"/>
                <a:ea typeface="Times New Roman" panose="02020603050405020304"/>
                <a:cs typeface="Times New Roman" panose="02020603050405020304"/>
                <a:sym typeface="Times New Roman" panose="02020603050405020304"/>
              </a:defRPr>
            </a:pPr>
            <a:r>
              <a:t>Auction Timer Starts</a:t>
            </a:r>
            <a:r>
              <a:rPr b="0"/>
              <a:t>: The auction timer begins counting down the time allotted for bidding on an item.</a:t>
            </a:r>
            <a:endParaRPr b="0"/>
          </a:p>
          <a:p>
            <a:pPr marL="434340" indent="-299720" algn="just" defTabSz="868680">
              <a:lnSpc>
                <a:spcPct val="150000"/>
              </a:lnSpc>
              <a:spcBef>
                <a:spcPts val="500"/>
              </a:spcBef>
              <a:buSzPts val="1500"/>
              <a:buFontTx/>
              <a:buChar char="➢"/>
              <a:defRPr sz="1520" b="1">
                <a:latin typeface="Times New Roman" panose="02020603050405020304"/>
                <a:ea typeface="Times New Roman" panose="02020603050405020304"/>
                <a:cs typeface="Times New Roman" panose="02020603050405020304"/>
                <a:sym typeface="Times New Roman" panose="02020603050405020304"/>
              </a:defRPr>
            </a:pPr>
            <a:r>
              <a:t>Auction Timer Ends</a:t>
            </a:r>
            <a:r>
              <a:rPr b="0"/>
              <a:t>: The bidding time expires, and no further bids are accepted.</a:t>
            </a:r>
            <a:endParaRPr b="0"/>
          </a:p>
          <a:p>
            <a:pPr marL="434340" indent="-299720" algn="just" defTabSz="868680">
              <a:lnSpc>
                <a:spcPct val="150000"/>
              </a:lnSpc>
              <a:spcBef>
                <a:spcPts val="500"/>
              </a:spcBef>
              <a:buSzPts val="1500"/>
              <a:buFontTx/>
              <a:buChar char="➢"/>
              <a:defRPr sz="1520" b="1">
                <a:latin typeface="Times New Roman" panose="02020603050405020304"/>
                <a:ea typeface="Times New Roman" panose="02020603050405020304"/>
                <a:cs typeface="Times New Roman" panose="02020603050405020304"/>
                <a:sym typeface="Times New Roman" panose="02020603050405020304"/>
              </a:defRPr>
            </a:pPr>
            <a:r>
              <a:t>Determine Auction Winner</a:t>
            </a:r>
            <a:r>
              <a:rPr b="0"/>
              <a:t>: The system identifies the highest bidder as the winner of the auction.</a:t>
            </a:r>
            <a:endParaRPr b="0"/>
          </a:p>
          <a:p>
            <a:pPr marL="434340" indent="-299720" algn="just" defTabSz="868680">
              <a:lnSpc>
                <a:spcPct val="150000"/>
              </a:lnSpc>
              <a:spcBef>
                <a:spcPts val="500"/>
              </a:spcBef>
              <a:buSzPts val="1500"/>
              <a:buFontTx/>
              <a:buChar char="➢"/>
              <a:defRPr sz="1520" b="1">
                <a:latin typeface="Times New Roman" panose="02020603050405020304"/>
                <a:ea typeface="Times New Roman" panose="02020603050405020304"/>
                <a:cs typeface="Times New Roman" panose="02020603050405020304"/>
                <a:sym typeface="Times New Roman" panose="02020603050405020304"/>
              </a:defRPr>
            </a:pPr>
            <a:r>
              <a:t>Notify Winner</a:t>
            </a:r>
            <a:r>
              <a:rPr b="0"/>
              <a:t>: The winning bidder is notified about their success and further steps.</a:t>
            </a:r>
            <a:endParaRPr b="0"/>
          </a:p>
          <a:p>
            <a:pPr marL="434340" indent="-299720" algn="just" defTabSz="868680">
              <a:lnSpc>
                <a:spcPct val="150000"/>
              </a:lnSpc>
              <a:spcBef>
                <a:spcPts val="500"/>
              </a:spcBef>
              <a:buSzPts val="1500"/>
              <a:buFontTx/>
              <a:buChar char="➢"/>
              <a:defRPr sz="1520" b="1">
                <a:latin typeface="Times New Roman" panose="02020603050405020304"/>
                <a:ea typeface="Times New Roman" panose="02020603050405020304"/>
                <a:cs typeface="Times New Roman" panose="02020603050405020304"/>
                <a:sym typeface="Times New Roman" panose="02020603050405020304"/>
              </a:defRPr>
            </a:pPr>
            <a:r>
              <a:t>End</a:t>
            </a:r>
            <a:r>
              <a:rPr b="0"/>
              <a:t>: The auction process concludes until the next auction cycle begins.</a:t>
            </a:r>
            <a:endParaRPr b="0"/>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Google Shape;189;p11"/>
          <p:cNvSpPr txBox="1"/>
          <p:nvPr/>
        </p:nvSpPr>
        <p:spPr>
          <a:xfrm>
            <a:off x="2427104" y="4758010"/>
            <a:ext cx="4747535" cy="275427"/>
          </a:xfrm>
          <a:prstGeom prst="rect">
            <a:avLst/>
          </a:prstGeom>
          <a:ln w="12700">
            <a:miter lim="400000"/>
          </a:ln>
        </p:spPr>
        <p:txBody>
          <a:bodyPr lIns="45699" tIns="45699" rIns="45699" bIns="45699">
            <a:spAutoFit/>
          </a:bodyPr>
          <a:lstStyle>
            <a:lvl1pPr algn="ctr">
              <a:defRPr sz="1200">
                <a:solidFill>
                  <a:srgbClr val="464653"/>
                </a:solidFill>
                <a:latin typeface="Times New Roman" panose="02020603050405020304"/>
                <a:ea typeface="Times New Roman" panose="02020603050405020304"/>
                <a:cs typeface="Times New Roman" panose="02020603050405020304"/>
                <a:sym typeface="Times New Roman" panose="02020603050405020304"/>
              </a:defRPr>
            </a:lvl1pPr>
          </a:lstStyle>
          <a:p>
            <a:r>
              <a:t>CGB1201 – JAVA PROGRAMMING – END SEMESTER  REVIEW </a:t>
            </a:r>
          </a:p>
        </p:txBody>
      </p:sp>
      <p:sp>
        <p:nvSpPr>
          <p:cNvPr id="185" name="Google Shape;188;p11"/>
          <p:cNvSpPr txBox="1"/>
          <p:nvPr>
            <p:ph type="title"/>
          </p:nvPr>
        </p:nvSpPr>
        <p:spPr>
          <a:prstGeom prst="rect">
            <a:avLst/>
          </a:prstGeom>
          <a:solidFill>
            <a:srgbClr val="93B9C3"/>
          </a:solidFill>
        </p:spPr>
        <p:txBody>
          <a:bodyPr/>
          <a:lstStyle>
            <a:lvl1pPr algn="ctr">
              <a:defRPr b="1">
                <a:solidFill>
                  <a:srgbClr val="000000"/>
                </a:solidFill>
                <a:latin typeface="Times New Roman" panose="02020603050405020304"/>
                <a:ea typeface="Times New Roman" panose="02020603050405020304"/>
                <a:cs typeface="Times New Roman" panose="02020603050405020304"/>
                <a:sym typeface="Times New Roman" panose="02020603050405020304"/>
              </a:defRPr>
            </a:lvl1pPr>
          </a:lstStyle>
          <a:p>
            <a:r>
              <a:t>List of Modules</a:t>
            </a:r>
          </a:p>
        </p:txBody>
      </p:sp>
      <p:sp>
        <p:nvSpPr>
          <p:cNvPr id="186" name="Google Shape;190;p11"/>
          <p:cNvSpPr txBox="1"/>
          <p:nvPr>
            <p:ph type="sldNum" sz="quarter" idx="2"/>
          </p:nvPr>
        </p:nvSpPr>
        <p:spPr>
          <a:xfrm>
            <a:off x="612648" y="4767262"/>
            <a:ext cx="281901" cy="294601"/>
          </a:xfrm>
          <a:prstGeom prst="rect">
            <a:avLst/>
          </a:prstGeom>
        </p:spPr>
        <p:txBody>
          <a:bodyPr/>
          <a:lstStyle/>
          <a:p>
            <a:fld id="{86CB4B4D-7CA3-9044-876B-883B54F8677D}" type="slidenum">
              <a:rPr/>
            </a:fld>
            <a:endParaRPr/>
          </a:p>
        </p:txBody>
      </p:sp>
      <p:sp>
        <p:nvSpPr>
          <p:cNvPr id="187" name="Google Shape;191;p11"/>
          <p:cNvSpPr txBox="1"/>
          <p:nvPr>
            <p:ph type="body" idx="1"/>
          </p:nvPr>
        </p:nvSpPr>
        <p:spPr>
          <a:xfrm>
            <a:off x="457200" y="1332088"/>
            <a:ext cx="8229600" cy="3331828"/>
          </a:xfrm>
          <a:prstGeom prst="rect">
            <a:avLst/>
          </a:prstGeom>
        </p:spPr>
        <p:txBody>
          <a:bodyPr/>
          <a:lstStyle/>
          <a:p>
            <a:pPr marL="496570" indent="-354965" algn="l">
              <a:lnSpc>
                <a:spcPct val="150000"/>
              </a:lnSpc>
              <a:buSzPts val="1800"/>
              <a:buFontTx/>
              <a:buChar char="➢"/>
              <a:defRPr sz="1800" b="1">
                <a:latin typeface="Times New Roman" panose="02020603050405020304"/>
                <a:ea typeface="Times New Roman" panose="02020603050405020304"/>
                <a:cs typeface="Times New Roman" panose="02020603050405020304"/>
                <a:sym typeface="Times New Roman" panose="02020603050405020304"/>
              </a:defRPr>
            </a:pPr>
            <a:r>
              <a:t>User Management Module:</a:t>
            </a:r>
            <a:br/>
            <a:r>
              <a:t>                         </a:t>
            </a:r>
            <a:r>
              <a:rPr sz="1600" b="0"/>
              <a:t>The User Management Module is responsible for handling all user-related activities in the system. It allows new users to register, existing users to log in securely, and ensures that only authorized users can access specific features based on their roles such as buyer, seller, or admin. It also manages user authentication, password protection, and account details, ensuring a safe and personalized experience for every user interacting with the system.</a:t>
            </a:r>
            <a:endParaRPr sz="1600" b="0"/>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Google Shape;189;p11"/>
          <p:cNvSpPr txBox="1"/>
          <p:nvPr/>
        </p:nvSpPr>
        <p:spPr>
          <a:xfrm>
            <a:off x="2548062" y="4758010"/>
            <a:ext cx="4610583" cy="275427"/>
          </a:xfrm>
          <a:prstGeom prst="rect">
            <a:avLst/>
          </a:prstGeom>
          <a:ln w="12700">
            <a:miter lim="400000"/>
          </a:ln>
        </p:spPr>
        <p:txBody>
          <a:bodyPr lIns="45699" tIns="45699" rIns="45699" bIns="45699">
            <a:spAutoFit/>
          </a:bodyPr>
          <a:lstStyle>
            <a:lvl1pPr algn="ctr">
              <a:defRPr sz="1200">
                <a:solidFill>
                  <a:srgbClr val="464653"/>
                </a:solidFill>
                <a:latin typeface="Times New Roman" panose="02020603050405020304"/>
                <a:ea typeface="Times New Roman" panose="02020603050405020304"/>
                <a:cs typeface="Times New Roman" panose="02020603050405020304"/>
                <a:sym typeface="Times New Roman" panose="02020603050405020304"/>
              </a:defRPr>
            </a:lvl1pPr>
          </a:lstStyle>
          <a:p>
            <a:r>
              <a:t>CGB1201 – JAVA PROGRAMMING – END SEMESTER REVIEW </a:t>
            </a:r>
          </a:p>
        </p:txBody>
      </p:sp>
      <p:sp>
        <p:nvSpPr>
          <p:cNvPr id="190" name="Google Shape;188;p11"/>
          <p:cNvSpPr txBox="1"/>
          <p:nvPr>
            <p:ph type="title"/>
          </p:nvPr>
        </p:nvSpPr>
        <p:spPr>
          <a:prstGeom prst="rect">
            <a:avLst/>
          </a:prstGeom>
          <a:solidFill>
            <a:srgbClr val="93B9C3"/>
          </a:solidFill>
        </p:spPr>
        <p:txBody>
          <a:bodyPr/>
          <a:lstStyle>
            <a:lvl1pPr algn="ctr">
              <a:defRPr b="1">
                <a:solidFill>
                  <a:srgbClr val="000000"/>
                </a:solidFill>
                <a:latin typeface="Times New Roman" panose="02020603050405020304"/>
                <a:ea typeface="Times New Roman" panose="02020603050405020304"/>
                <a:cs typeface="Times New Roman" panose="02020603050405020304"/>
                <a:sym typeface="Times New Roman" panose="02020603050405020304"/>
              </a:defRPr>
            </a:lvl1pPr>
          </a:lstStyle>
          <a:p>
            <a:r>
              <a:t>List of Modules</a:t>
            </a:r>
          </a:p>
        </p:txBody>
      </p:sp>
      <p:sp>
        <p:nvSpPr>
          <p:cNvPr id="191" name="Google Shape;190;p11"/>
          <p:cNvSpPr txBox="1"/>
          <p:nvPr>
            <p:ph type="sldNum" sz="quarter" idx="2"/>
          </p:nvPr>
        </p:nvSpPr>
        <p:spPr>
          <a:xfrm>
            <a:off x="612648" y="4767262"/>
            <a:ext cx="281901" cy="294601"/>
          </a:xfrm>
          <a:prstGeom prst="rect">
            <a:avLst/>
          </a:prstGeom>
        </p:spPr>
        <p:txBody>
          <a:bodyPr/>
          <a:lstStyle/>
          <a:p>
            <a:fld id="{86CB4B4D-7CA3-9044-876B-883B54F8677D}" type="slidenum">
              <a:rPr/>
            </a:fld>
            <a:endParaRPr/>
          </a:p>
        </p:txBody>
      </p:sp>
      <p:sp>
        <p:nvSpPr>
          <p:cNvPr id="192" name="Google Shape;191;p11"/>
          <p:cNvSpPr txBox="1"/>
          <p:nvPr>
            <p:ph type="body" idx="1"/>
          </p:nvPr>
        </p:nvSpPr>
        <p:spPr>
          <a:xfrm>
            <a:off x="457200" y="1241777"/>
            <a:ext cx="8229600" cy="3422138"/>
          </a:xfrm>
          <a:prstGeom prst="rect">
            <a:avLst/>
          </a:prstGeom>
        </p:spPr>
        <p:txBody>
          <a:bodyPr/>
          <a:lstStyle/>
          <a:p>
            <a:pPr algn="l">
              <a:lnSpc>
                <a:spcPct val="150000"/>
              </a:lnSpc>
              <a:buSzPts val="1800"/>
              <a:buFontTx/>
              <a:buChar char="➢"/>
              <a:defRPr sz="1800" b="1">
                <a:latin typeface="Times New Roman" panose="02020603050405020304"/>
                <a:ea typeface="Times New Roman" panose="02020603050405020304"/>
                <a:cs typeface="Times New Roman" panose="02020603050405020304"/>
                <a:sym typeface="Times New Roman" panose="02020603050405020304"/>
              </a:defRPr>
            </a:pPr>
            <a:r>
              <a:t>Auction and Item Management Module:</a:t>
            </a:r>
          </a:p>
          <a:p>
            <a:pPr marL="0" indent="141605" algn="l">
              <a:lnSpc>
                <a:spcPct val="150000"/>
              </a:lnSpc>
              <a:buSzTx/>
              <a:buNone/>
              <a:defRPr sz="1800" b="1"/>
            </a:pPr>
            <a:r>
              <a:rPr sz="1600">
                <a:latin typeface="Times New Roman" panose="02020603050405020304"/>
                <a:ea typeface="Times New Roman" panose="02020603050405020304"/>
                <a:cs typeface="Times New Roman" panose="02020603050405020304"/>
                <a:sym typeface="Times New Roman" panose="02020603050405020304"/>
              </a:rPr>
              <a:t>                                   </a:t>
            </a:r>
            <a:r>
              <a:rPr sz="1600" b="0">
                <a:latin typeface="Times New Roman" panose="02020603050405020304"/>
                <a:ea typeface="Times New Roman" panose="02020603050405020304"/>
                <a:cs typeface="Times New Roman" panose="02020603050405020304"/>
                <a:sym typeface="Times New Roman" panose="02020603050405020304"/>
              </a:rPr>
              <a:t>   The Auction and Item Management Module focuses on managing auction items and controlling the auction process. It allows sellers or admins to add, edit, or remove products that are available for auction. This module sets the auction duration, starting price, and monitors the auction status from start to end. It also ensures that auctions run smoothly within the given time frame and maintains transparency in the process by displaying item details and current bidding information to all users.</a:t>
            </a:r>
            <a:br>
              <a:rPr b="0">
                <a:latin typeface="Times New Roman" panose="02020603050405020304"/>
                <a:ea typeface="Times New Roman" panose="02020603050405020304"/>
                <a:cs typeface="Times New Roman" panose="02020603050405020304"/>
                <a:sym typeface="Times New Roman" panose="02020603050405020304"/>
              </a:rPr>
            </a:br>
            <a:endParaRPr b="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Google Shape;189;p11"/>
          <p:cNvSpPr txBox="1"/>
          <p:nvPr/>
        </p:nvSpPr>
        <p:spPr>
          <a:xfrm>
            <a:off x="2377851" y="4776849"/>
            <a:ext cx="4642880" cy="275427"/>
          </a:xfrm>
          <a:prstGeom prst="rect">
            <a:avLst/>
          </a:prstGeom>
          <a:ln w="12700">
            <a:miter lim="400000"/>
          </a:ln>
        </p:spPr>
        <p:txBody>
          <a:bodyPr lIns="45699" tIns="45699" rIns="45699" bIns="45699">
            <a:spAutoFit/>
          </a:bodyPr>
          <a:lstStyle>
            <a:lvl1pPr algn="r">
              <a:defRPr sz="1200">
                <a:solidFill>
                  <a:srgbClr val="464653"/>
                </a:solidFill>
                <a:latin typeface="Times New Roman" panose="02020603050405020304"/>
                <a:ea typeface="Times New Roman" panose="02020603050405020304"/>
                <a:cs typeface="Times New Roman" panose="02020603050405020304"/>
                <a:sym typeface="Times New Roman" panose="02020603050405020304"/>
              </a:defRPr>
            </a:lvl1pPr>
          </a:lstStyle>
          <a:p>
            <a:r>
              <a:t>CGB1201 – JAVA PROGRAMMING – END SEMESTER REVIEW </a:t>
            </a:r>
          </a:p>
        </p:txBody>
      </p:sp>
      <p:sp>
        <p:nvSpPr>
          <p:cNvPr id="195" name="Google Shape;188;p11"/>
          <p:cNvSpPr txBox="1"/>
          <p:nvPr>
            <p:ph type="title"/>
          </p:nvPr>
        </p:nvSpPr>
        <p:spPr>
          <a:prstGeom prst="rect">
            <a:avLst/>
          </a:prstGeom>
          <a:solidFill>
            <a:srgbClr val="93B9C3"/>
          </a:solidFill>
        </p:spPr>
        <p:txBody>
          <a:bodyPr/>
          <a:lstStyle>
            <a:lvl1pPr algn="ctr">
              <a:defRPr b="1">
                <a:solidFill>
                  <a:srgbClr val="000000"/>
                </a:solidFill>
                <a:latin typeface="Times New Roman" panose="02020603050405020304"/>
                <a:ea typeface="Times New Roman" panose="02020603050405020304"/>
                <a:cs typeface="Times New Roman" panose="02020603050405020304"/>
                <a:sym typeface="Times New Roman" panose="02020603050405020304"/>
              </a:defRPr>
            </a:lvl1pPr>
          </a:lstStyle>
          <a:p>
            <a:r>
              <a:t>List of Modules</a:t>
            </a:r>
          </a:p>
        </p:txBody>
      </p:sp>
      <p:sp>
        <p:nvSpPr>
          <p:cNvPr id="196" name="Google Shape;190;p11"/>
          <p:cNvSpPr txBox="1"/>
          <p:nvPr>
            <p:ph type="sldNum" sz="quarter" idx="2"/>
          </p:nvPr>
        </p:nvSpPr>
        <p:spPr>
          <a:xfrm>
            <a:off x="612648" y="4767262"/>
            <a:ext cx="281901" cy="294601"/>
          </a:xfrm>
          <a:prstGeom prst="rect">
            <a:avLst/>
          </a:prstGeom>
        </p:spPr>
        <p:txBody>
          <a:bodyPr/>
          <a:lstStyle/>
          <a:p>
            <a:fld id="{86CB4B4D-7CA3-9044-876B-883B54F8677D}" type="slidenum">
              <a:rPr/>
            </a:fld>
            <a:endParaRPr/>
          </a:p>
        </p:txBody>
      </p:sp>
      <p:sp>
        <p:nvSpPr>
          <p:cNvPr id="197" name="Google Shape;191;p11"/>
          <p:cNvSpPr txBox="1"/>
          <p:nvPr>
            <p:ph type="body" idx="1"/>
          </p:nvPr>
        </p:nvSpPr>
        <p:spPr>
          <a:xfrm>
            <a:off x="457200" y="1317335"/>
            <a:ext cx="8229600" cy="3388272"/>
          </a:xfrm>
          <a:prstGeom prst="rect">
            <a:avLst/>
          </a:prstGeom>
        </p:spPr>
        <p:txBody>
          <a:bodyPr/>
          <a:lstStyle/>
          <a:p>
            <a:pPr marL="496570" indent="-354965" algn="l">
              <a:lnSpc>
                <a:spcPct val="150000"/>
              </a:lnSpc>
              <a:buSzPts val="1800"/>
              <a:buFontTx/>
              <a:buChar char="➢"/>
              <a:defRPr sz="1800" b="1">
                <a:latin typeface="Times New Roman" panose="02020603050405020304"/>
                <a:ea typeface="Times New Roman" panose="02020603050405020304"/>
                <a:cs typeface="Times New Roman" panose="02020603050405020304"/>
                <a:sym typeface="Times New Roman" panose="02020603050405020304"/>
              </a:defRPr>
            </a:pPr>
            <a:r>
              <a:t>Bidding Module:</a:t>
            </a:r>
          </a:p>
          <a:p>
            <a:pPr marL="0" indent="141605" algn="l">
              <a:lnSpc>
                <a:spcPct val="150000"/>
              </a:lnSpc>
              <a:buSzTx/>
              <a:buNone/>
              <a:defRPr sz="1600">
                <a:latin typeface="Times New Roman" panose="02020603050405020304"/>
                <a:ea typeface="Times New Roman" panose="02020603050405020304"/>
                <a:cs typeface="Times New Roman" panose="02020603050405020304"/>
                <a:sym typeface="Times New Roman" panose="02020603050405020304"/>
              </a:defRPr>
            </a:pPr>
            <a:r>
              <a:t>                         </a:t>
            </a:r>
            <a:r>
              <a:t> The Bidding Module handles the process of placing and managing bids on auction items. It allows buyers to place bids on active auctions, checks that each new bid is higher than the previous one, and updates the current highest bid in real time. This module ensures fair competition among bidders and automatically declares the highest bidder as the winner once the auction ends. It plays a key role in maintaining the integrity and excitement of the online auction process.</a:t>
            </a:r>
            <a:b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Google Shape;189;p11"/>
          <p:cNvSpPr txBox="1"/>
          <p:nvPr/>
        </p:nvSpPr>
        <p:spPr>
          <a:xfrm>
            <a:off x="2551552" y="4776849"/>
            <a:ext cx="4740696" cy="275427"/>
          </a:xfrm>
          <a:prstGeom prst="rect">
            <a:avLst/>
          </a:prstGeom>
          <a:ln w="12700">
            <a:miter lim="400000"/>
          </a:ln>
        </p:spPr>
        <p:txBody>
          <a:bodyPr lIns="45699" tIns="45699" rIns="45699" bIns="45699">
            <a:spAutoFit/>
          </a:bodyPr>
          <a:lstStyle>
            <a:lvl1pPr algn="ctr">
              <a:defRPr sz="1200">
                <a:solidFill>
                  <a:srgbClr val="464653"/>
                </a:solidFill>
                <a:latin typeface="Times New Roman" panose="02020603050405020304"/>
                <a:ea typeface="Times New Roman" panose="02020603050405020304"/>
                <a:cs typeface="Times New Roman" panose="02020603050405020304"/>
                <a:sym typeface="Times New Roman" panose="02020603050405020304"/>
              </a:defRPr>
            </a:lvl1pPr>
          </a:lstStyle>
          <a:p>
            <a:r>
              <a:t>CGB1201 – JAVA PROGRAMMING – END SEMESTER REVIEW </a:t>
            </a:r>
          </a:p>
        </p:txBody>
      </p:sp>
      <p:sp>
        <p:nvSpPr>
          <p:cNvPr id="200" name="Google Shape;188;p11"/>
          <p:cNvSpPr txBox="1"/>
          <p:nvPr>
            <p:ph type="title"/>
          </p:nvPr>
        </p:nvSpPr>
        <p:spPr>
          <a:prstGeom prst="rect">
            <a:avLst/>
          </a:prstGeom>
          <a:solidFill>
            <a:srgbClr val="93B9C3"/>
          </a:solidFill>
        </p:spPr>
        <p:txBody>
          <a:bodyPr/>
          <a:lstStyle>
            <a:lvl1pPr algn="ctr">
              <a:defRPr b="1">
                <a:solidFill>
                  <a:srgbClr val="000000"/>
                </a:solidFill>
                <a:latin typeface="Times New Roman" panose="02020603050405020304"/>
                <a:ea typeface="Times New Roman" panose="02020603050405020304"/>
                <a:cs typeface="Times New Roman" panose="02020603050405020304"/>
                <a:sym typeface="Times New Roman" panose="02020603050405020304"/>
              </a:defRPr>
            </a:lvl1pPr>
          </a:lstStyle>
          <a:p>
            <a:r>
              <a:t>List of Modules</a:t>
            </a:r>
          </a:p>
        </p:txBody>
      </p:sp>
      <p:sp>
        <p:nvSpPr>
          <p:cNvPr id="201" name="Google Shape;190;p11"/>
          <p:cNvSpPr txBox="1"/>
          <p:nvPr>
            <p:ph type="sldNum" sz="quarter" idx="2"/>
          </p:nvPr>
        </p:nvSpPr>
        <p:spPr>
          <a:xfrm>
            <a:off x="612648" y="4767262"/>
            <a:ext cx="281901" cy="294601"/>
          </a:xfrm>
          <a:prstGeom prst="rect">
            <a:avLst/>
          </a:prstGeom>
        </p:spPr>
        <p:txBody>
          <a:bodyPr/>
          <a:lstStyle/>
          <a:p>
            <a:fld id="{86CB4B4D-7CA3-9044-876B-883B54F8677D}" type="slidenum">
              <a:rPr/>
            </a:fld>
            <a:endParaRPr/>
          </a:p>
        </p:txBody>
      </p:sp>
      <p:sp>
        <p:nvSpPr>
          <p:cNvPr id="202" name="Google Shape;191;p11"/>
          <p:cNvSpPr txBox="1"/>
          <p:nvPr>
            <p:ph type="body" idx="1"/>
          </p:nvPr>
        </p:nvSpPr>
        <p:spPr>
          <a:xfrm>
            <a:off x="457200" y="1174043"/>
            <a:ext cx="8229600" cy="3183469"/>
          </a:xfrm>
          <a:prstGeom prst="rect">
            <a:avLst/>
          </a:prstGeom>
        </p:spPr>
        <p:txBody>
          <a:bodyPr/>
          <a:lstStyle/>
          <a:p>
            <a:pPr marL="541020" indent="-399415" algn="l">
              <a:lnSpc>
                <a:spcPct val="150000"/>
              </a:lnSpc>
              <a:buSzPts val="1800"/>
              <a:buFontTx/>
              <a:buChar char="➢"/>
              <a:defRPr sz="1600" b="1">
                <a:latin typeface="Times New Roman" panose="02020603050405020304"/>
                <a:ea typeface="Times New Roman" panose="02020603050405020304"/>
                <a:cs typeface="Times New Roman" panose="02020603050405020304"/>
                <a:sym typeface="Times New Roman" panose="02020603050405020304"/>
              </a:defRPr>
            </a:pPr>
            <a:r>
              <a:rPr sz="1800"/>
              <a:t>Database Module:</a:t>
            </a:r>
            <a:br>
              <a:rPr sz="1800"/>
            </a:br>
            <a:r>
              <a:t>                         </a:t>
            </a:r>
            <a:r>
              <a:rPr b="0"/>
              <a:t>    The Database Module is responsible for storing, retrieving, and managing all data used in the system. It securely maintains records of users, auction items, bids, and results in a structured way using a database such as MySQL. This module ensures data consistency, fast access, and reliable updates during transactions, making the system efficient and stable. It serves as the backbone of the entire application by connecting all modules and managing the flow of information between them.</a:t>
            </a:r>
            <a:endParaRPr b="0"/>
          </a:p>
        </p:txBody>
      </p:sp>
      <p:sp>
        <p:nvSpPr>
          <p:cNvPr id="203" name="Text"/>
          <p:cNvSpPr txBox="1"/>
          <p:nvPr/>
        </p:nvSpPr>
        <p:spPr>
          <a:xfrm>
            <a:off x="4627880" y="2758157"/>
            <a:ext cx="142240" cy="269241"/>
          </a:xfrm>
          <a:prstGeom prst="rect">
            <a:avLst/>
          </a:prstGeom>
          <a:ln w="12700">
            <a:miter lim="400000"/>
          </a:ln>
        </p:spPr>
        <p:txBody>
          <a:bodyPr wrap="none" lIns="45719" rIns="45719">
            <a:spAutoFit/>
          </a:bodyPr>
          <a:lstStyle>
            <a:lvl1pPr defTabSz="457200">
              <a:defRPr sz="1200">
                <a:latin typeface="Times Roman"/>
                <a:ea typeface="Times Roman"/>
                <a:cs typeface="Times Roman"/>
                <a:sym typeface="Times Roman"/>
              </a:defRPr>
            </a:lvl1pPr>
          </a:lstStyle>
          <a:p>
            <a:r>
              <a:t> </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Google Shape;189;p11"/>
          <p:cNvSpPr txBox="1"/>
          <p:nvPr/>
        </p:nvSpPr>
        <p:spPr>
          <a:xfrm>
            <a:off x="2551552" y="4776849"/>
            <a:ext cx="4740696" cy="275427"/>
          </a:xfrm>
          <a:prstGeom prst="rect">
            <a:avLst/>
          </a:prstGeom>
          <a:ln w="12700">
            <a:miter lim="400000"/>
          </a:ln>
        </p:spPr>
        <p:txBody>
          <a:bodyPr lIns="45699" tIns="45699" rIns="45699" bIns="45699">
            <a:spAutoFit/>
          </a:bodyPr>
          <a:lstStyle>
            <a:lvl1pPr algn="ctr">
              <a:defRPr sz="1200">
                <a:solidFill>
                  <a:srgbClr val="464653"/>
                </a:solidFill>
                <a:latin typeface="Times New Roman" panose="02020603050405020304"/>
                <a:ea typeface="Times New Roman" panose="02020603050405020304"/>
                <a:cs typeface="Times New Roman" panose="02020603050405020304"/>
                <a:sym typeface="Times New Roman" panose="02020603050405020304"/>
              </a:defRPr>
            </a:lvl1pPr>
          </a:lstStyle>
          <a:p>
            <a:r>
              <a:t>CGB1201 – JAVA PROGRAMMING – END SEMESTER REVIEW </a:t>
            </a:r>
          </a:p>
        </p:txBody>
      </p:sp>
      <p:sp>
        <p:nvSpPr>
          <p:cNvPr id="206" name="Google Shape;188;p11"/>
          <p:cNvSpPr txBox="1"/>
          <p:nvPr>
            <p:ph type="title"/>
          </p:nvPr>
        </p:nvSpPr>
        <p:spPr>
          <a:prstGeom prst="rect">
            <a:avLst/>
          </a:prstGeom>
          <a:solidFill>
            <a:srgbClr val="93B9C3"/>
          </a:solidFill>
        </p:spPr>
        <p:txBody>
          <a:bodyPr/>
          <a:lstStyle>
            <a:lvl1pPr algn="ctr">
              <a:defRPr b="1">
                <a:solidFill>
                  <a:srgbClr val="000000"/>
                </a:solidFill>
                <a:latin typeface="Times New Roman" panose="02020603050405020304"/>
                <a:ea typeface="Times New Roman" panose="02020603050405020304"/>
                <a:cs typeface="Times New Roman" panose="02020603050405020304"/>
                <a:sym typeface="Times New Roman" panose="02020603050405020304"/>
              </a:defRPr>
            </a:lvl1pPr>
          </a:lstStyle>
          <a:p>
            <a:r>
              <a:t>Output</a:t>
            </a:r>
          </a:p>
        </p:txBody>
      </p:sp>
      <p:sp>
        <p:nvSpPr>
          <p:cNvPr id="207" name="Google Shape;190;p11"/>
          <p:cNvSpPr txBox="1"/>
          <p:nvPr>
            <p:ph type="sldNum" sz="quarter" idx="2"/>
          </p:nvPr>
        </p:nvSpPr>
        <p:spPr>
          <a:prstGeom prst="rect">
            <a:avLst/>
          </a:prstGeom>
        </p:spPr>
        <p:txBody>
          <a:bodyPr/>
          <a:lstStyle/>
          <a:p>
            <a:fld id="{86CB4B4D-7CA3-9044-876B-883B54F8677D}" type="slidenum">
              <a:rPr/>
            </a:fld>
            <a:endParaRPr/>
          </a:p>
        </p:txBody>
      </p:sp>
      <p:sp>
        <p:nvSpPr>
          <p:cNvPr id="208" name="Text"/>
          <p:cNvSpPr txBox="1"/>
          <p:nvPr/>
        </p:nvSpPr>
        <p:spPr>
          <a:xfrm>
            <a:off x="4627879" y="2758157"/>
            <a:ext cx="142241" cy="269241"/>
          </a:xfrm>
          <a:prstGeom prst="rect">
            <a:avLst/>
          </a:prstGeom>
          <a:ln w="12700">
            <a:miter lim="400000"/>
          </a:ln>
        </p:spPr>
        <p:txBody>
          <a:bodyPr wrap="none" lIns="45719" rIns="45719">
            <a:spAutoFit/>
          </a:bodyPr>
          <a:lstStyle>
            <a:lvl1pPr defTabSz="457200">
              <a:defRPr sz="1200">
                <a:latin typeface="Times Roman"/>
                <a:ea typeface="Times Roman"/>
                <a:cs typeface="Times Roman"/>
                <a:sym typeface="Times Roman"/>
              </a:defRPr>
            </a:lvl1pPr>
          </a:lstStyle>
          <a:p>
            <a:r>
              <a:t> </a:t>
            </a:r>
          </a:p>
        </p:txBody>
      </p:sp>
      <p:pic>
        <p:nvPicPr>
          <p:cNvPr id="209" name="Screenshot 2025-12-12 at 9.06.22 PM.png" descr="Screenshot 2025-12-12 at 9.06.22 PM.png"/>
          <p:cNvPicPr>
            <a:picLocks noChangeAspect="1"/>
          </p:cNvPicPr>
          <p:nvPr/>
        </p:nvPicPr>
        <p:blipFill>
          <a:blip r:embed="rId1"/>
          <a:stretch>
            <a:fillRect/>
          </a:stretch>
        </p:blipFill>
        <p:spPr>
          <a:xfrm>
            <a:off x="2280359" y="1838903"/>
            <a:ext cx="5073765" cy="2295510"/>
          </a:xfrm>
          <a:prstGeom prst="rect">
            <a:avLst/>
          </a:prstGeom>
          <a:ln w="12700">
            <a:miter lim="400000"/>
            <a:headEnd/>
            <a:tailEnd/>
          </a:ln>
        </p:spPr>
      </p:pic>
      <p:sp>
        <p:nvSpPr>
          <p:cNvPr id="210" name="Authentication Interface (Login / Register) :"/>
          <p:cNvSpPr txBox="1"/>
          <p:nvPr/>
        </p:nvSpPr>
        <p:spPr>
          <a:xfrm>
            <a:off x="897233" y="1192372"/>
            <a:ext cx="4414948" cy="348430"/>
          </a:xfrm>
          <a:prstGeom prst="rect">
            <a:avLst/>
          </a:prstGeom>
          <a:ln w="12700">
            <a:miter lim="400000"/>
          </a:ln>
        </p:spPr>
        <p:txBody>
          <a:bodyPr wrap="none" lIns="45719" rIns="45719">
            <a:spAutoFit/>
          </a:bodyPr>
          <a:lstStyle>
            <a:lvl1pPr marR="6035040" defTabSz="457200">
              <a:lnSpc>
                <a:spcPct val="150000"/>
              </a:lnSpc>
              <a:defRPr sz="1800" b="1">
                <a:latin typeface="Times New Roman" panose="02020603050405020304"/>
                <a:ea typeface="Times New Roman" panose="02020603050405020304"/>
                <a:cs typeface="Times New Roman" panose="02020603050405020304"/>
                <a:sym typeface="Times New Roman" panose="02020603050405020304"/>
              </a:defRPr>
            </a:lvl1pPr>
          </a:lstStyle>
          <a:p>
            <a:r>
              <a:t>Authentication Interface (Login / Register) :</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Google Shape;189;p11"/>
          <p:cNvSpPr txBox="1"/>
          <p:nvPr/>
        </p:nvSpPr>
        <p:spPr>
          <a:xfrm>
            <a:off x="2551552" y="4776849"/>
            <a:ext cx="4740696" cy="275427"/>
          </a:xfrm>
          <a:prstGeom prst="rect">
            <a:avLst/>
          </a:prstGeom>
          <a:ln w="12700">
            <a:miter lim="400000"/>
          </a:ln>
        </p:spPr>
        <p:txBody>
          <a:bodyPr lIns="45699" tIns="45699" rIns="45699" bIns="45699">
            <a:spAutoFit/>
          </a:bodyPr>
          <a:lstStyle>
            <a:lvl1pPr algn="ctr">
              <a:defRPr sz="1200">
                <a:solidFill>
                  <a:srgbClr val="464653"/>
                </a:solidFill>
                <a:latin typeface="Times New Roman" panose="02020603050405020304"/>
                <a:ea typeface="Times New Roman" panose="02020603050405020304"/>
                <a:cs typeface="Times New Roman" panose="02020603050405020304"/>
                <a:sym typeface="Times New Roman" panose="02020603050405020304"/>
              </a:defRPr>
            </a:lvl1pPr>
          </a:lstStyle>
          <a:p>
            <a:r>
              <a:t>CGB1201 – JAVA PROGRAMMING – END SEMESTER REVIEW </a:t>
            </a:r>
          </a:p>
        </p:txBody>
      </p:sp>
      <p:sp>
        <p:nvSpPr>
          <p:cNvPr id="213" name="Google Shape;188;p11"/>
          <p:cNvSpPr txBox="1"/>
          <p:nvPr>
            <p:ph type="title"/>
          </p:nvPr>
        </p:nvSpPr>
        <p:spPr>
          <a:prstGeom prst="rect">
            <a:avLst/>
          </a:prstGeom>
          <a:solidFill>
            <a:srgbClr val="93B9C3"/>
          </a:solidFill>
        </p:spPr>
        <p:txBody>
          <a:bodyPr/>
          <a:lstStyle>
            <a:lvl1pPr algn="ctr">
              <a:defRPr b="1">
                <a:solidFill>
                  <a:srgbClr val="000000"/>
                </a:solidFill>
                <a:latin typeface="Times New Roman" panose="02020603050405020304"/>
                <a:ea typeface="Times New Roman" panose="02020603050405020304"/>
                <a:cs typeface="Times New Roman" panose="02020603050405020304"/>
                <a:sym typeface="Times New Roman" panose="02020603050405020304"/>
              </a:defRPr>
            </a:lvl1pPr>
          </a:lstStyle>
          <a:p>
            <a:r>
              <a:t>Output</a:t>
            </a:r>
          </a:p>
        </p:txBody>
      </p:sp>
      <p:sp>
        <p:nvSpPr>
          <p:cNvPr id="214" name="Google Shape;190;p11"/>
          <p:cNvSpPr txBox="1"/>
          <p:nvPr>
            <p:ph type="sldNum" sz="quarter" idx="2"/>
          </p:nvPr>
        </p:nvSpPr>
        <p:spPr>
          <a:prstGeom prst="rect">
            <a:avLst/>
          </a:prstGeom>
        </p:spPr>
        <p:txBody>
          <a:bodyPr/>
          <a:lstStyle/>
          <a:p>
            <a:fld id="{86CB4B4D-7CA3-9044-876B-883B54F8677D}" type="slidenum">
              <a:rPr/>
            </a:fld>
            <a:endParaRPr/>
          </a:p>
        </p:txBody>
      </p:sp>
      <p:sp>
        <p:nvSpPr>
          <p:cNvPr id="215" name="Text"/>
          <p:cNvSpPr txBox="1"/>
          <p:nvPr/>
        </p:nvSpPr>
        <p:spPr>
          <a:xfrm>
            <a:off x="4627879" y="2758157"/>
            <a:ext cx="142241" cy="269241"/>
          </a:xfrm>
          <a:prstGeom prst="rect">
            <a:avLst/>
          </a:prstGeom>
          <a:ln w="12700">
            <a:miter lim="400000"/>
          </a:ln>
        </p:spPr>
        <p:txBody>
          <a:bodyPr wrap="none" lIns="45719" rIns="45719">
            <a:spAutoFit/>
          </a:bodyPr>
          <a:lstStyle>
            <a:lvl1pPr defTabSz="457200">
              <a:defRPr sz="1200">
                <a:latin typeface="Times Roman"/>
                <a:ea typeface="Times Roman"/>
                <a:cs typeface="Times Roman"/>
                <a:sym typeface="Times Roman"/>
              </a:defRPr>
            </a:lvl1pPr>
          </a:lstStyle>
          <a:p>
            <a:r>
              <a:t> </a:t>
            </a:r>
          </a:p>
        </p:txBody>
      </p:sp>
      <p:sp>
        <p:nvSpPr>
          <p:cNvPr id="216" name="Online Auction Dashboard:"/>
          <p:cNvSpPr txBox="1"/>
          <p:nvPr/>
        </p:nvSpPr>
        <p:spPr>
          <a:xfrm>
            <a:off x="625716" y="879413"/>
            <a:ext cx="2797111" cy="348430"/>
          </a:xfrm>
          <a:prstGeom prst="rect">
            <a:avLst/>
          </a:prstGeom>
          <a:ln w="12700">
            <a:miter lim="400000"/>
          </a:ln>
        </p:spPr>
        <p:txBody>
          <a:bodyPr wrap="none" lIns="45719" rIns="45719">
            <a:spAutoFit/>
          </a:bodyPr>
          <a:lstStyle>
            <a:lvl1pPr marR="6035040" defTabSz="457200">
              <a:lnSpc>
                <a:spcPct val="150000"/>
              </a:lnSpc>
              <a:defRPr sz="1800" b="1">
                <a:latin typeface="Times New Roman" panose="02020603050405020304"/>
                <a:ea typeface="Times New Roman" panose="02020603050405020304"/>
                <a:cs typeface="Times New Roman" panose="02020603050405020304"/>
                <a:sym typeface="Times New Roman" panose="02020603050405020304"/>
              </a:defRPr>
            </a:lvl1pPr>
          </a:lstStyle>
          <a:p>
            <a:r>
              <a:t>Online Auction Dashboard:</a:t>
            </a:r>
          </a:p>
        </p:txBody>
      </p:sp>
      <p:pic>
        <p:nvPicPr>
          <p:cNvPr id="217" name="Screenshot 2025-12-12 at 9.06.55 PM.png" descr="Screenshot 2025-12-12 at 9.06.55 PM.png"/>
          <p:cNvPicPr>
            <a:picLocks noChangeAspect="1"/>
          </p:cNvPicPr>
          <p:nvPr/>
        </p:nvPicPr>
        <p:blipFill>
          <a:blip r:embed="rId1"/>
          <a:stretch>
            <a:fillRect/>
          </a:stretch>
        </p:blipFill>
        <p:spPr>
          <a:xfrm>
            <a:off x="1851670" y="1245242"/>
            <a:ext cx="5694660" cy="3539297"/>
          </a:xfrm>
          <a:prstGeom prst="rect">
            <a:avLst/>
          </a:prstGeom>
          <a:ln w="12700">
            <a:miter lim="400000"/>
            <a:headEnd/>
            <a:tailEnd/>
          </a:ln>
        </p:spPr>
      </p:pic>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Google Shape;189;p11"/>
          <p:cNvSpPr txBox="1"/>
          <p:nvPr/>
        </p:nvSpPr>
        <p:spPr>
          <a:xfrm>
            <a:off x="2551552" y="4776849"/>
            <a:ext cx="4740696" cy="275427"/>
          </a:xfrm>
          <a:prstGeom prst="rect">
            <a:avLst/>
          </a:prstGeom>
          <a:ln w="12700">
            <a:miter lim="400000"/>
          </a:ln>
        </p:spPr>
        <p:txBody>
          <a:bodyPr lIns="45699" tIns="45699" rIns="45699" bIns="45699">
            <a:spAutoFit/>
          </a:bodyPr>
          <a:lstStyle>
            <a:lvl1pPr algn="ctr">
              <a:defRPr sz="1200">
                <a:solidFill>
                  <a:srgbClr val="464653"/>
                </a:solidFill>
                <a:latin typeface="Times New Roman" panose="02020603050405020304"/>
                <a:ea typeface="Times New Roman" panose="02020603050405020304"/>
                <a:cs typeface="Times New Roman" panose="02020603050405020304"/>
                <a:sym typeface="Times New Roman" panose="02020603050405020304"/>
              </a:defRPr>
            </a:lvl1pPr>
          </a:lstStyle>
          <a:p>
            <a:r>
              <a:t>CGB1201 – JAVA PROGRAMMING – END SEMESTER REVIEW </a:t>
            </a:r>
          </a:p>
        </p:txBody>
      </p:sp>
      <p:sp>
        <p:nvSpPr>
          <p:cNvPr id="220" name="Google Shape;188;p11"/>
          <p:cNvSpPr txBox="1"/>
          <p:nvPr>
            <p:ph type="title"/>
          </p:nvPr>
        </p:nvSpPr>
        <p:spPr>
          <a:prstGeom prst="rect">
            <a:avLst/>
          </a:prstGeom>
          <a:solidFill>
            <a:srgbClr val="93B9C3"/>
          </a:solidFill>
        </p:spPr>
        <p:txBody>
          <a:bodyPr/>
          <a:lstStyle>
            <a:lvl1pPr algn="ctr">
              <a:defRPr b="1">
                <a:solidFill>
                  <a:srgbClr val="000000"/>
                </a:solidFill>
                <a:latin typeface="Times New Roman" panose="02020603050405020304"/>
                <a:ea typeface="Times New Roman" panose="02020603050405020304"/>
                <a:cs typeface="Times New Roman" panose="02020603050405020304"/>
                <a:sym typeface="Times New Roman" panose="02020603050405020304"/>
              </a:defRPr>
            </a:lvl1pPr>
          </a:lstStyle>
          <a:p>
            <a:r>
              <a:t>Output</a:t>
            </a:r>
          </a:p>
        </p:txBody>
      </p:sp>
      <p:sp>
        <p:nvSpPr>
          <p:cNvPr id="221" name="Google Shape;190;p11"/>
          <p:cNvSpPr txBox="1"/>
          <p:nvPr>
            <p:ph type="sldNum" sz="quarter" idx="2"/>
          </p:nvPr>
        </p:nvSpPr>
        <p:spPr>
          <a:prstGeom prst="rect">
            <a:avLst/>
          </a:prstGeom>
        </p:spPr>
        <p:txBody>
          <a:bodyPr/>
          <a:lstStyle/>
          <a:p>
            <a:fld id="{86CB4B4D-7CA3-9044-876B-883B54F8677D}" type="slidenum">
              <a:rPr/>
            </a:fld>
            <a:endParaRPr/>
          </a:p>
        </p:txBody>
      </p:sp>
      <p:sp>
        <p:nvSpPr>
          <p:cNvPr id="222" name="Text"/>
          <p:cNvSpPr txBox="1"/>
          <p:nvPr/>
        </p:nvSpPr>
        <p:spPr>
          <a:xfrm>
            <a:off x="4627879" y="2758157"/>
            <a:ext cx="142241" cy="269241"/>
          </a:xfrm>
          <a:prstGeom prst="rect">
            <a:avLst/>
          </a:prstGeom>
          <a:ln w="12700">
            <a:miter lim="400000"/>
          </a:ln>
        </p:spPr>
        <p:txBody>
          <a:bodyPr wrap="none" lIns="45719" rIns="45719">
            <a:spAutoFit/>
          </a:bodyPr>
          <a:lstStyle>
            <a:lvl1pPr defTabSz="457200">
              <a:defRPr sz="1200">
                <a:latin typeface="Times Roman"/>
                <a:ea typeface="Times Roman"/>
                <a:cs typeface="Times Roman"/>
                <a:sym typeface="Times Roman"/>
              </a:defRPr>
            </a:lvl1pPr>
          </a:lstStyle>
          <a:p>
            <a:r>
              <a:t> </a:t>
            </a:r>
          </a:p>
        </p:txBody>
      </p:sp>
      <p:sp>
        <p:nvSpPr>
          <p:cNvPr id="223" name="Creating a New Auction:"/>
          <p:cNvSpPr txBox="1"/>
          <p:nvPr/>
        </p:nvSpPr>
        <p:spPr>
          <a:xfrm>
            <a:off x="757095" y="998567"/>
            <a:ext cx="2519064" cy="348430"/>
          </a:xfrm>
          <a:prstGeom prst="rect">
            <a:avLst/>
          </a:prstGeom>
          <a:ln w="12700">
            <a:miter lim="400000"/>
          </a:ln>
        </p:spPr>
        <p:txBody>
          <a:bodyPr wrap="none" lIns="45719" rIns="45719">
            <a:spAutoFit/>
          </a:bodyPr>
          <a:lstStyle>
            <a:lvl1pPr marR="6035040" defTabSz="457200">
              <a:defRPr sz="1800" b="1">
                <a:latin typeface="Times New Roman" panose="02020603050405020304"/>
                <a:ea typeface="Times New Roman" panose="02020603050405020304"/>
                <a:cs typeface="Times New Roman" panose="02020603050405020304"/>
                <a:sym typeface="Times New Roman" panose="02020603050405020304"/>
              </a:defRPr>
            </a:lvl1pPr>
          </a:lstStyle>
          <a:p>
            <a:r>
              <a:t>Creating a New Auction:</a:t>
            </a:r>
          </a:p>
        </p:txBody>
      </p:sp>
      <p:sp>
        <p:nvSpPr>
          <p:cNvPr id="224" name="Bidding Interface :"/>
          <p:cNvSpPr txBox="1"/>
          <p:nvPr/>
        </p:nvSpPr>
        <p:spPr>
          <a:xfrm>
            <a:off x="4602130" y="1008705"/>
            <a:ext cx="2129729" cy="348430"/>
          </a:xfrm>
          <a:prstGeom prst="rect">
            <a:avLst/>
          </a:prstGeom>
          <a:ln w="12700">
            <a:miter lim="400000"/>
          </a:ln>
        </p:spPr>
        <p:txBody>
          <a:bodyPr wrap="none" lIns="45719" rIns="45719">
            <a:spAutoFit/>
          </a:bodyPr>
          <a:lstStyle>
            <a:lvl1pPr defTabSz="457200">
              <a:defRPr sz="1800" b="1">
                <a:latin typeface="Times New Roman" panose="02020603050405020304"/>
                <a:ea typeface="Times New Roman" panose="02020603050405020304"/>
                <a:cs typeface="Times New Roman" panose="02020603050405020304"/>
                <a:sym typeface="Times New Roman" panose="02020603050405020304"/>
              </a:defRPr>
            </a:lvl1pPr>
          </a:lstStyle>
          <a:p>
            <a:r>
              <a:t>   Bidding Interface :</a:t>
            </a:r>
          </a:p>
        </p:txBody>
      </p:sp>
      <p:pic>
        <p:nvPicPr>
          <p:cNvPr id="225" name="unknown.png" descr="unknown.png"/>
          <p:cNvPicPr>
            <a:picLocks noChangeAspect="1"/>
          </p:cNvPicPr>
          <p:nvPr/>
        </p:nvPicPr>
        <p:blipFill>
          <a:blip r:embed="rId1"/>
          <a:stretch>
            <a:fillRect/>
          </a:stretch>
        </p:blipFill>
        <p:spPr>
          <a:xfrm>
            <a:off x="1223141" y="1483551"/>
            <a:ext cx="3013576" cy="3254204"/>
          </a:xfrm>
          <a:prstGeom prst="rect">
            <a:avLst/>
          </a:prstGeom>
          <a:ln w="12700">
            <a:miter lim="400000"/>
            <a:headEnd/>
            <a:tailEnd/>
          </a:ln>
        </p:spPr>
      </p:pic>
      <p:pic>
        <p:nvPicPr>
          <p:cNvPr id="226" name="unknown.png" descr="unknown.png"/>
          <p:cNvPicPr>
            <a:picLocks noChangeAspect="1"/>
          </p:cNvPicPr>
          <p:nvPr/>
        </p:nvPicPr>
        <p:blipFill>
          <a:blip r:embed="rId2"/>
          <a:stretch>
            <a:fillRect/>
          </a:stretch>
        </p:blipFill>
        <p:spPr>
          <a:xfrm>
            <a:off x="4924763" y="1820132"/>
            <a:ext cx="4140848" cy="1777691"/>
          </a:xfrm>
          <a:prstGeom prst="rect">
            <a:avLst/>
          </a:prstGeom>
          <a:ln w="12700">
            <a:miter lim="400000"/>
            <a:headEnd/>
            <a:tailEnd/>
          </a:ln>
        </p:spPr>
      </p:pic>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Google Shape;189;p11"/>
          <p:cNvSpPr txBox="1"/>
          <p:nvPr/>
        </p:nvSpPr>
        <p:spPr>
          <a:xfrm>
            <a:off x="2551552" y="4776849"/>
            <a:ext cx="4740696" cy="275427"/>
          </a:xfrm>
          <a:prstGeom prst="rect">
            <a:avLst/>
          </a:prstGeom>
          <a:ln w="12700">
            <a:miter lim="400000"/>
          </a:ln>
        </p:spPr>
        <p:txBody>
          <a:bodyPr lIns="45699" tIns="45699" rIns="45699" bIns="45699">
            <a:spAutoFit/>
          </a:bodyPr>
          <a:lstStyle>
            <a:lvl1pPr algn="ctr">
              <a:defRPr sz="1200">
                <a:solidFill>
                  <a:srgbClr val="464653"/>
                </a:solidFill>
                <a:latin typeface="Times New Roman" panose="02020603050405020304"/>
                <a:ea typeface="Times New Roman" panose="02020603050405020304"/>
                <a:cs typeface="Times New Roman" panose="02020603050405020304"/>
                <a:sym typeface="Times New Roman" panose="02020603050405020304"/>
              </a:defRPr>
            </a:lvl1pPr>
          </a:lstStyle>
          <a:p>
            <a:r>
              <a:t>CGB1201 – JAVA PROGRAMMING – END SEMESTER REVIEW </a:t>
            </a:r>
          </a:p>
        </p:txBody>
      </p:sp>
      <p:sp>
        <p:nvSpPr>
          <p:cNvPr id="229" name="Google Shape;188;p11"/>
          <p:cNvSpPr txBox="1"/>
          <p:nvPr>
            <p:ph type="title"/>
          </p:nvPr>
        </p:nvSpPr>
        <p:spPr>
          <a:prstGeom prst="rect">
            <a:avLst/>
          </a:prstGeom>
          <a:solidFill>
            <a:srgbClr val="93B9C3"/>
          </a:solidFill>
        </p:spPr>
        <p:txBody>
          <a:bodyPr/>
          <a:lstStyle>
            <a:lvl1pPr algn="ctr">
              <a:defRPr b="1">
                <a:solidFill>
                  <a:srgbClr val="000000"/>
                </a:solidFill>
                <a:latin typeface="Times New Roman" panose="02020603050405020304"/>
                <a:ea typeface="Times New Roman" panose="02020603050405020304"/>
                <a:cs typeface="Times New Roman" panose="02020603050405020304"/>
                <a:sym typeface="Times New Roman" panose="02020603050405020304"/>
              </a:defRPr>
            </a:lvl1pPr>
          </a:lstStyle>
          <a:p>
            <a:r>
              <a:t>Output</a:t>
            </a:r>
          </a:p>
        </p:txBody>
      </p:sp>
      <p:sp>
        <p:nvSpPr>
          <p:cNvPr id="230" name="Google Shape;190;p11"/>
          <p:cNvSpPr txBox="1"/>
          <p:nvPr>
            <p:ph type="sldNum" sz="quarter" idx="2"/>
          </p:nvPr>
        </p:nvSpPr>
        <p:spPr>
          <a:prstGeom prst="rect">
            <a:avLst/>
          </a:prstGeom>
        </p:spPr>
        <p:txBody>
          <a:bodyPr/>
          <a:lstStyle/>
          <a:p>
            <a:fld id="{86CB4B4D-7CA3-9044-876B-883B54F8677D}" type="slidenum">
              <a:rPr/>
            </a:fld>
            <a:endParaRPr/>
          </a:p>
        </p:txBody>
      </p:sp>
      <p:sp>
        <p:nvSpPr>
          <p:cNvPr id="231" name="Text"/>
          <p:cNvSpPr txBox="1"/>
          <p:nvPr/>
        </p:nvSpPr>
        <p:spPr>
          <a:xfrm>
            <a:off x="4627879" y="2758157"/>
            <a:ext cx="142241" cy="269241"/>
          </a:xfrm>
          <a:prstGeom prst="rect">
            <a:avLst/>
          </a:prstGeom>
          <a:ln w="12700">
            <a:miter lim="400000"/>
          </a:ln>
        </p:spPr>
        <p:txBody>
          <a:bodyPr wrap="none" lIns="45719" rIns="45719">
            <a:spAutoFit/>
          </a:bodyPr>
          <a:lstStyle>
            <a:lvl1pPr defTabSz="457200">
              <a:defRPr sz="1200">
                <a:latin typeface="Times Roman"/>
                <a:ea typeface="Times Roman"/>
                <a:cs typeface="Times Roman"/>
                <a:sym typeface="Times Roman"/>
              </a:defRPr>
            </a:lvl1pPr>
          </a:lstStyle>
          <a:p>
            <a:r>
              <a:t> </a:t>
            </a:r>
          </a:p>
        </p:txBody>
      </p:sp>
      <p:pic>
        <p:nvPicPr>
          <p:cNvPr id="232" name="unknown.png" descr="unknown.png"/>
          <p:cNvPicPr>
            <a:picLocks noChangeAspect="1"/>
          </p:cNvPicPr>
          <p:nvPr/>
        </p:nvPicPr>
        <p:blipFill>
          <a:blip r:embed="rId1"/>
          <a:stretch>
            <a:fillRect/>
          </a:stretch>
        </p:blipFill>
        <p:spPr>
          <a:xfrm>
            <a:off x="1935665" y="1435354"/>
            <a:ext cx="5972470" cy="3270253"/>
          </a:xfrm>
          <a:prstGeom prst="rect">
            <a:avLst/>
          </a:prstGeom>
          <a:ln w="12700">
            <a:miter lim="400000"/>
            <a:headEnd/>
            <a:tailEnd/>
          </a:ln>
        </p:spPr>
      </p:pic>
      <p:sp>
        <p:nvSpPr>
          <p:cNvPr id="233" name="Auction Details View :"/>
          <p:cNvSpPr txBox="1"/>
          <p:nvPr/>
        </p:nvSpPr>
        <p:spPr>
          <a:xfrm>
            <a:off x="1089923" y="1017200"/>
            <a:ext cx="2039998" cy="311409"/>
          </a:xfrm>
          <a:prstGeom prst="rect">
            <a:avLst/>
          </a:prstGeom>
          <a:ln w="12700">
            <a:miter lim="400000"/>
          </a:ln>
        </p:spPr>
        <p:txBody>
          <a:bodyPr wrap="none" lIns="45719" rIns="45719">
            <a:spAutoFit/>
          </a:bodyPr>
          <a:lstStyle>
            <a:lvl1pPr defTabSz="457200">
              <a:lnSpc>
                <a:spcPct val="150000"/>
              </a:lnSpc>
              <a:defRPr sz="1600" b="1">
                <a:latin typeface="Times New Roman" panose="02020603050405020304"/>
                <a:ea typeface="Times New Roman" panose="02020603050405020304"/>
                <a:cs typeface="Times New Roman" panose="02020603050405020304"/>
                <a:sym typeface="Times New Roman" panose="02020603050405020304"/>
              </a:defRPr>
            </a:lvl1pPr>
          </a:lstStyle>
          <a:p>
            <a:r>
              <a:t>Auction Details View :</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Google Shape;197;p12"/>
          <p:cNvSpPr txBox="1"/>
          <p:nvPr/>
        </p:nvSpPr>
        <p:spPr>
          <a:xfrm>
            <a:off x="2574359" y="4776849"/>
            <a:ext cx="4647400" cy="275427"/>
          </a:xfrm>
          <a:prstGeom prst="rect">
            <a:avLst/>
          </a:prstGeom>
          <a:ln w="12700">
            <a:miter lim="400000"/>
          </a:ln>
        </p:spPr>
        <p:txBody>
          <a:bodyPr lIns="45699" tIns="45699" rIns="45699" bIns="45699">
            <a:spAutoFit/>
          </a:bodyPr>
          <a:lstStyle>
            <a:lvl1pPr algn="r">
              <a:defRPr sz="1200">
                <a:solidFill>
                  <a:srgbClr val="464653"/>
                </a:solidFill>
                <a:latin typeface="Times New Roman" panose="02020603050405020304"/>
                <a:ea typeface="Times New Roman" panose="02020603050405020304"/>
                <a:cs typeface="Times New Roman" panose="02020603050405020304"/>
                <a:sym typeface="Times New Roman" panose="02020603050405020304"/>
              </a:defRPr>
            </a:lvl1pPr>
          </a:lstStyle>
          <a:p>
            <a:r>
              <a:t>CGB1201 – JAVA PROGRAMMING – END SEMESTER REVIEW </a:t>
            </a:r>
          </a:p>
        </p:txBody>
      </p:sp>
      <p:sp>
        <p:nvSpPr>
          <p:cNvPr id="236" name="Google Shape;196;p12"/>
          <p:cNvSpPr txBox="1"/>
          <p:nvPr>
            <p:ph type="title"/>
          </p:nvPr>
        </p:nvSpPr>
        <p:spPr>
          <a:prstGeom prst="rect">
            <a:avLst/>
          </a:prstGeom>
          <a:solidFill>
            <a:srgbClr val="93B9C3"/>
          </a:solidFill>
        </p:spPr>
        <p:txBody>
          <a:bodyPr/>
          <a:lstStyle>
            <a:lvl1pPr algn="ctr">
              <a:defRPr sz="3900" b="1">
                <a:solidFill>
                  <a:srgbClr val="000000"/>
                </a:solidFill>
                <a:latin typeface="Times New Roman" panose="02020603050405020304"/>
                <a:ea typeface="Times New Roman" panose="02020603050405020304"/>
                <a:cs typeface="Times New Roman" panose="02020603050405020304"/>
                <a:sym typeface="Times New Roman" panose="02020603050405020304"/>
              </a:defRPr>
            </a:lvl1pPr>
          </a:lstStyle>
          <a:p>
            <a:r>
              <a:t>Thank  You</a:t>
            </a:r>
          </a:p>
        </p:txBody>
      </p:sp>
      <p:sp>
        <p:nvSpPr>
          <p:cNvPr id="237" name="Google Shape;198;p12"/>
          <p:cNvSpPr txBox="1"/>
          <p:nvPr>
            <p:ph type="sldNum" sz="quarter" idx="2"/>
          </p:nvPr>
        </p:nvSpPr>
        <p:spPr>
          <a:xfrm>
            <a:off x="612648" y="4767262"/>
            <a:ext cx="281901" cy="294601"/>
          </a:xfrm>
          <a:prstGeom prst="rect">
            <a:avLst/>
          </a:prstGeom>
        </p:spPr>
        <p:txBody>
          <a:bodyPr/>
          <a:lstStyle/>
          <a:p>
            <a:fld id="{86CB4B4D-7CA3-9044-876B-883B54F8677D}" type="slidenum">
              <a:rPr/>
            </a:fld>
            <a:endParaRPr/>
          </a:p>
        </p:txBody>
      </p:sp>
      <p:grpSp>
        <p:nvGrpSpPr>
          <p:cNvPr id="240" name="Google Shape;199;p12"/>
          <p:cNvGrpSpPr/>
          <p:nvPr/>
        </p:nvGrpSpPr>
        <p:grpSpPr>
          <a:xfrm>
            <a:off x="0" y="2099871"/>
            <a:ext cx="9144000" cy="1664258"/>
            <a:chOff x="0" y="0"/>
            <a:chExt cx="9144000" cy="1664256"/>
          </a:xfrm>
        </p:grpSpPr>
        <p:sp>
          <p:nvSpPr>
            <p:cNvPr id="238" name="Rectangle"/>
            <p:cNvSpPr/>
            <p:nvPr/>
          </p:nvSpPr>
          <p:spPr>
            <a:xfrm>
              <a:off x="0" y="0"/>
              <a:ext cx="9144000" cy="1664257"/>
            </a:xfrm>
            <a:prstGeom prst="rect">
              <a:avLst/>
            </a:prstGeom>
            <a:solidFill>
              <a:srgbClr val="EDF0C8"/>
            </a:solidFill>
            <a:ln w="12700" cap="flat">
              <a:noFill/>
              <a:miter lim="400000"/>
            </a:ln>
            <a:effectLst/>
          </p:spPr>
          <p:txBody>
            <a:bodyPr wrap="square" lIns="45719" tIns="45719" rIns="45719" bIns="45719" numCol="1" anchor="t">
              <a:noAutofit/>
            </a:bodyPr>
            <a:lstStyle/>
            <a:p>
              <a:pPr algn="ctr"/>
            </a:p>
          </p:txBody>
        </p:sp>
        <p:sp>
          <p:nvSpPr>
            <p:cNvPr id="239" name="ANY QUERIES ?"/>
            <p:cNvSpPr txBox="1"/>
            <p:nvPr/>
          </p:nvSpPr>
          <p:spPr>
            <a:xfrm>
              <a:off x="45724" y="0"/>
              <a:ext cx="9052552" cy="1664257"/>
            </a:xfrm>
            <a:prstGeom prst="rect">
              <a:avLst/>
            </a:prstGeom>
            <a:noFill/>
            <a:ln w="12700" cap="flat">
              <a:noFill/>
              <a:miter lim="400000"/>
            </a:ln>
            <a:effectLst/>
          </p:spPr>
          <p:txBody>
            <a:bodyPr wrap="square" lIns="45699" tIns="45699" rIns="45699" bIns="45699" numCol="1" anchor="t">
              <a:normAutofit/>
            </a:bodyPr>
            <a:lstStyle/>
            <a:p>
              <a:pPr algn="ctr">
                <a:defRPr sz="3600">
                  <a:solidFill>
                    <a:srgbClr val="FFFFFF"/>
                  </a:solidFill>
                  <a:latin typeface="Bookman Old Style" panose="02050604050505020204"/>
                  <a:ea typeface="Bookman Old Style" panose="02050604050505020204"/>
                  <a:cs typeface="Bookman Old Style" panose="02050604050505020204"/>
                  <a:sym typeface="Bookman Old Style" panose="02050604050505020204"/>
                </a:defRPr>
              </a:pPr>
            </a:p>
            <a:p>
              <a:pPr algn="ctr">
                <a:defRPr sz="3600" b="1">
                  <a:latin typeface="Times New Roman" panose="02020603050405020304"/>
                  <a:ea typeface="Times New Roman" panose="02020603050405020304"/>
                  <a:cs typeface="Times New Roman" panose="02020603050405020304"/>
                  <a:sym typeface="Times New Roman" panose="02020603050405020304"/>
                </a:defRPr>
              </a:pPr>
              <a:r>
                <a:t>ANY QUERIES ? </a:t>
              </a:r>
            </a:p>
          </p:txBody>
        </p:sp>
      </p:grpSp>
    </p:spTree>
  </p:cSld>
  <p:clrMapOvr>
    <a:masterClrMapping/>
  </p:clrMapOvr>
  <p:transition spd="med"/>
</p:sld>
</file>

<file path=ppt/theme/theme1.xml><?xml version="1.0" encoding="utf-8"?>
<a:theme xmlns:a="http://schemas.openxmlformats.org/drawingml/2006/main" name="Origin">
  <a:themeElements>
    <a:clrScheme name="Origin">
      <a:dk1>
        <a:srgbClr val="000000"/>
      </a:dk1>
      <a:lt1>
        <a:srgbClr val="FFFFFF"/>
      </a:lt1>
      <a:dk2>
        <a:srgbClr val="A7A7A7"/>
      </a:dk2>
      <a:lt2>
        <a:srgbClr val="535353"/>
      </a:lt2>
      <a:accent1>
        <a:srgbClr val="727CA3"/>
      </a:accent1>
      <a:accent2>
        <a:srgbClr val="9FB8CD"/>
      </a:accent2>
      <a:accent3>
        <a:srgbClr val="D2DA7A"/>
      </a:accent3>
      <a:accent4>
        <a:srgbClr val="FADA7A"/>
      </a:accent4>
      <a:accent5>
        <a:srgbClr val="B88472"/>
      </a:accent5>
      <a:accent6>
        <a:srgbClr val="8E736A"/>
      </a:accent6>
      <a:hlink>
        <a:srgbClr val="0000FF"/>
      </a:hlink>
      <a:folHlink>
        <a:srgbClr val="FF00FF"/>
      </a:folHlink>
    </a:clrScheme>
    <a:fontScheme name="Origin">
      <a:majorFont>
        <a:latin typeface="Arial"/>
        <a:ea typeface="Arial"/>
        <a:cs typeface="Arial"/>
      </a:majorFont>
      <a:minorFont>
        <a:latin typeface="Helvetica"/>
        <a:ea typeface="Helvetica"/>
        <a:cs typeface="Helvetica"/>
      </a:minorFont>
    </a:fontScheme>
    <a:fmtScheme name="Origi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rigin">
  <a:themeElements>
    <a:clrScheme name="Origin">
      <a:dk1>
        <a:srgbClr val="000000"/>
      </a:dk1>
      <a:lt1>
        <a:srgbClr val="FFFFFF"/>
      </a:lt1>
      <a:dk2>
        <a:srgbClr val="A7A7A7"/>
      </a:dk2>
      <a:lt2>
        <a:srgbClr val="535353"/>
      </a:lt2>
      <a:accent1>
        <a:srgbClr val="727CA3"/>
      </a:accent1>
      <a:accent2>
        <a:srgbClr val="9FB8CD"/>
      </a:accent2>
      <a:accent3>
        <a:srgbClr val="D2DA7A"/>
      </a:accent3>
      <a:accent4>
        <a:srgbClr val="FADA7A"/>
      </a:accent4>
      <a:accent5>
        <a:srgbClr val="B88472"/>
      </a:accent5>
      <a:accent6>
        <a:srgbClr val="8E736A"/>
      </a:accent6>
      <a:hlink>
        <a:srgbClr val="0000FF"/>
      </a:hlink>
      <a:folHlink>
        <a:srgbClr val="FF00FF"/>
      </a:folHlink>
    </a:clrScheme>
    <a:fontScheme name="Origin">
      <a:majorFont>
        <a:latin typeface="Arial"/>
        <a:ea typeface="Arial"/>
        <a:cs typeface="Arial"/>
      </a:majorFont>
      <a:minorFont>
        <a:latin typeface="Helvetica"/>
        <a:ea typeface="Helvetica"/>
        <a:cs typeface="Helvetica"/>
      </a:minorFont>
    </a:fontScheme>
    <a:fmtScheme name="Origi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7463</Words>
  <Application>WPS Presentation</Application>
  <PresentationFormat/>
  <Paragraphs>211</Paragraphs>
  <Slides>19</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19</vt:i4>
      </vt:variant>
    </vt:vector>
  </HeadingPairs>
  <TitlesOfParts>
    <vt:vector size="33" baseType="lpstr">
      <vt:lpstr>Arial</vt:lpstr>
      <vt:lpstr>SimSun</vt:lpstr>
      <vt:lpstr>Wingdings</vt:lpstr>
      <vt:lpstr>Arial</vt:lpstr>
      <vt:lpstr>Gill Sans</vt:lpstr>
      <vt:lpstr>Gill Sans MT</vt:lpstr>
      <vt:lpstr>Bookman Old Style</vt:lpstr>
      <vt:lpstr>Helvetica</vt:lpstr>
      <vt:lpstr>Times New Roman</vt:lpstr>
      <vt:lpstr>Times Roman</vt:lpstr>
      <vt:lpstr>Segoe Print</vt:lpstr>
      <vt:lpstr>Microsoft YaHei</vt:lpstr>
      <vt:lpstr>Arial Unicode MS</vt:lpstr>
      <vt:lpstr>Origin</vt:lpstr>
      <vt:lpstr>CGB1201 – JAVA PROGRAMMING END SEMESTER REVIEW</vt:lpstr>
      <vt:lpstr>TITLE</vt:lpstr>
      <vt:lpstr>Abstract </vt:lpstr>
      <vt:lpstr>Abstract with CO/PO Mapping</vt:lpstr>
      <vt:lpstr>Introduction</vt:lpstr>
      <vt:lpstr>Java Programming  - Concepts Used</vt:lpstr>
      <vt:lpstr>Java Programming  - Concepts Used</vt:lpstr>
      <vt:lpstr>Proposed Architecture</vt:lpstr>
      <vt:lpstr>Proposed Architecture - Description</vt:lpstr>
      <vt:lpstr>Proposed Architecture  - Description</vt:lpstr>
      <vt:lpstr>List of Modules</vt:lpstr>
      <vt:lpstr>List of Modules</vt:lpstr>
      <vt:lpstr>List of Modules</vt:lpstr>
      <vt:lpstr>List of Modules</vt:lpstr>
      <vt:lpstr>Output</vt:lpstr>
      <vt:lpstr>Output</vt:lpstr>
      <vt:lpstr>Output</vt:lpstr>
      <vt:lpstr>Output</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CGB1201 – JAVA PROGRAMMING END SEMESTER REVIEW</dc:title>
  <dc:creator/>
  <cp:lastModifiedBy>Krittika Mohanraju</cp:lastModifiedBy>
  <cp:revision>1</cp:revision>
  <dcterms:created xsi:type="dcterms:W3CDTF">2025-12-13T04:27:07Z</dcterms:created>
  <dcterms:modified xsi:type="dcterms:W3CDTF">2025-12-13T04:27:07Z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3BCDF373E5D1466E82402E360726E530_12</vt:lpwstr>
  </property>
  <property fmtid="{D5CDD505-2E9C-101B-9397-08002B2CF9AE}" pid="3" name="KSOProductBuildVer">
    <vt:lpwstr>1033-12.2.0.23155</vt:lpwstr>
  </property>
</Properties>
</file>